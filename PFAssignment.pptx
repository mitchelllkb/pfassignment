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8D4163-9908-42B3-8B13-30E866EF2526}" v="38" dt="2025-11-25T14:49:14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87" d="100"/>
          <a:sy n="87" d="100"/>
        </p:scale>
        <p:origin x="2346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tchell Lee" userId="67d944aee6d15f9c" providerId="LiveId" clId="{33447587-8799-4C1C-9907-A87237C93132}"/>
    <pc:docChg chg="undo custSel modSld">
      <pc:chgData name="Mitchell Lee" userId="67d944aee6d15f9c" providerId="LiveId" clId="{33447587-8799-4C1C-9907-A87237C93132}" dt="2025-11-25T14:49:36.378" v="1605" actId="1076"/>
      <pc:docMkLst>
        <pc:docMk/>
      </pc:docMkLst>
      <pc:sldChg chg="addSp delSp modSp mod">
        <pc:chgData name="Mitchell Lee" userId="67d944aee6d15f9c" providerId="LiveId" clId="{33447587-8799-4C1C-9907-A87237C93132}" dt="2025-11-25T14:49:36.378" v="1605" actId="1076"/>
        <pc:sldMkLst>
          <pc:docMk/>
          <pc:sldMk cId="1129723175" sldId="256"/>
        </pc:sldMkLst>
        <pc:spChg chg="mod">
          <ac:chgData name="Mitchell Lee" userId="67d944aee6d15f9c" providerId="LiveId" clId="{33447587-8799-4C1C-9907-A87237C93132}" dt="2025-11-25T14:31:12.966" v="1380" actId="120"/>
          <ac:spMkLst>
            <pc:docMk/>
            <pc:sldMk cId="1129723175" sldId="256"/>
            <ac:spMk id="11" creationId="{3ADAE999-C3E2-0A6C-0A4E-7701F135AB8E}"/>
          </ac:spMkLst>
        </pc:spChg>
        <pc:spChg chg="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12" creationId="{E4B49EBB-5EF4-676A-A97B-4D7876E6CC2F}"/>
          </ac:spMkLst>
        </pc:spChg>
        <pc:spChg chg="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17" creationId="{D9AB5F54-2DB0-AF62-30BA-DFEC224767B6}"/>
          </ac:spMkLst>
        </pc:spChg>
        <pc:spChg chg="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18" creationId="{D54D396C-B07F-56E9-4D8C-F840FED22E94}"/>
          </ac:spMkLst>
        </pc:spChg>
        <pc:spChg chg="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19" creationId="{FBEC63BB-B6B1-4BF4-585C-3FA25F2BFB79}"/>
          </ac:spMkLst>
        </pc:spChg>
        <pc:spChg chg="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20" creationId="{C8279CDA-E483-5585-8B3B-D5740115451B}"/>
          </ac:spMkLst>
        </pc:spChg>
        <pc:spChg chg="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21" creationId="{85CBC82E-2566-D43F-8B16-ECD3EA48EA59}"/>
          </ac:spMkLst>
        </pc:spChg>
        <pc:spChg chg="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43" creationId="{DC1ACAD7-C2E6-8F58-3AC4-A5EEB88DD653}"/>
          </ac:spMkLst>
        </pc:spChg>
        <pc:spChg chg="add mod">
          <ac:chgData name="Mitchell Lee" userId="67d944aee6d15f9c" providerId="LiveId" clId="{33447587-8799-4C1C-9907-A87237C93132}" dt="2025-11-25T14:29:37.319" v="1374" actId="207"/>
          <ac:spMkLst>
            <pc:docMk/>
            <pc:sldMk cId="1129723175" sldId="256"/>
            <ac:spMk id="47" creationId="{14F5D759-7FAC-9023-8638-367BFD0D9616}"/>
          </ac:spMkLst>
        </pc:spChg>
        <pc:spChg chg="add mod">
          <ac:chgData name="Mitchell Lee" userId="67d944aee6d15f9c" providerId="LiveId" clId="{33447587-8799-4C1C-9907-A87237C93132}" dt="2025-11-25T14:14:08.298" v="1032"/>
          <ac:spMkLst>
            <pc:docMk/>
            <pc:sldMk cId="1129723175" sldId="256"/>
            <ac:spMk id="52" creationId="{22BCE63E-3CBE-FEDF-DBE2-EC5D2B7FA1A2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53" creationId="{05D89955-9770-A144-82A1-72D0555701C5}"/>
          </ac:spMkLst>
        </pc:spChg>
        <pc:spChg chg="add del mod">
          <ac:chgData name="Mitchell Lee" userId="67d944aee6d15f9c" providerId="LiveId" clId="{33447587-8799-4C1C-9907-A87237C93132}" dt="2025-11-25T11:51:08.320" v="136" actId="478"/>
          <ac:spMkLst>
            <pc:docMk/>
            <pc:sldMk cId="1129723175" sldId="256"/>
            <ac:spMk id="72" creationId="{283BE937-F696-129B-DC9C-A8A2023C1427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73" creationId="{71AECD8A-B5D0-7C2D-19F9-5A72A92009D7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74" creationId="{9EC618B9-81E1-B8F2-2424-8A1FA601DD3D}"/>
          </ac:spMkLst>
        </pc:spChg>
        <pc:spChg chg="add 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75" creationId="{DDEB9B48-8A93-9640-0EBC-45D65BB26D27}"/>
          </ac:spMkLst>
        </pc:spChg>
        <pc:spChg chg="add del mod">
          <ac:chgData name="Mitchell Lee" userId="67d944aee6d15f9c" providerId="LiveId" clId="{33447587-8799-4C1C-9907-A87237C93132}" dt="2025-11-25T11:50:49.347" v="132" actId="478"/>
          <ac:spMkLst>
            <pc:docMk/>
            <pc:sldMk cId="1129723175" sldId="256"/>
            <ac:spMk id="76" creationId="{556E9341-75E2-6030-7D8D-D4C798CD5AF3}"/>
          </ac:spMkLst>
        </pc:spChg>
        <pc:spChg chg="add mod">
          <ac:chgData name="Mitchell Lee" userId="67d944aee6d15f9c" providerId="LiveId" clId="{33447587-8799-4C1C-9907-A87237C93132}" dt="2025-11-25T14:14:08.298" v="1032"/>
          <ac:spMkLst>
            <pc:docMk/>
            <pc:sldMk cId="1129723175" sldId="256"/>
            <ac:spMk id="77" creationId="{7DBDBC06-04A7-4ABD-BB85-74F8306FAE7C}"/>
          </ac:spMkLst>
        </pc:spChg>
        <pc:spChg chg="add del mod">
          <ac:chgData name="Mitchell Lee" userId="67d944aee6d15f9c" providerId="LiveId" clId="{33447587-8799-4C1C-9907-A87237C93132}" dt="2025-11-25T11:50:59.160" v="133" actId="478"/>
          <ac:spMkLst>
            <pc:docMk/>
            <pc:sldMk cId="1129723175" sldId="256"/>
            <ac:spMk id="78" creationId="{CEC53035-4F31-3565-A8DB-48E8D9AF7DC7}"/>
          </ac:spMkLst>
        </pc:spChg>
        <pc:spChg chg="add del mod">
          <ac:chgData name="Mitchell Lee" userId="67d944aee6d15f9c" providerId="LiveId" clId="{33447587-8799-4C1C-9907-A87237C93132}" dt="2025-11-25T11:51:07.220" v="135" actId="478"/>
          <ac:spMkLst>
            <pc:docMk/>
            <pc:sldMk cId="1129723175" sldId="256"/>
            <ac:spMk id="79" creationId="{37F7B4FE-FF46-92E4-C0D5-59CEDE20CD41}"/>
          </ac:spMkLst>
        </pc:spChg>
        <pc:spChg chg="add del mod">
          <ac:chgData name="Mitchell Lee" userId="67d944aee6d15f9c" providerId="LiveId" clId="{33447587-8799-4C1C-9907-A87237C93132}" dt="2025-11-25T11:51:09.187" v="137" actId="478"/>
          <ac:spMkLst>
            <pc:docMk/>
            <pc:sldMk cId="1129723175" sldId="256"/>
            <ac:spMk id="80" creationId="{9F8B3705-D3FD-0C6D-0ECA-797FE382D0E9}"/>
          </ac:spMkLst>
        </pc:spChg>
        <pc:spChg chg="add del mod">
          <ac:chgData name="Mitchell Lee" userId="67d944aee6d15f9c" providerId="LiveId" clId="{33447587-8799-4C1C-9907-A87237C93132}" dt="2025-11-25T11:51:10.223" v="138" actId="478"/>
          <ac:spMkLst>
            <pc:docMk/>
            <pc:sldMk cId="1129723175" sldId="256"/>
            <ac:spMk id="81" creationId="{61EFCE14-A1CC-11EB-3406-2FDF28EDF564}"/>
          </ac:spMkLst>
        </pc:spChg>
        <pc:spChg chg="add del mod">
          <ac:chgData name="Mitchell Lee" userId="67d944aee6d15f9c" providerId="LiveId" clId="{33447587-8799-4C1C-9907-A87237C93132}" dt="2025-11-25T11:51:11.185" v="139" actId="478"/>
          <ac:spMkLst>
            <pc:docMk/>
            <pc:sldMk cId="1129723175" sldId="256"/>
            <ac:spMk id="82" creationId="{14B28062-0387-224E-3CCE-7BAD8CF348C5}"/>
          </ac:spMkLst>
        </pc:spChg>
        <pc:spChg chg="add del mod">
          <ac:chgData name="Mitchell Lee" userId="67d944aee6d15f9c" providerId="LiveId" clId="{33447587-8799-4C1C-9907-A87237C93132}" dt="2025-11-25T11:51:12.391" v="140" actId="478"/>
          <ac:spMkLst>
            <pc:docMk/>
            <pc:sldMk cId="1129723175" sldId="256"/>
            <ac:spMk id="83" creationId="{9535C2E7-7E42-875C-1D62-E44376D3EF5A}"/>
          </ac:spMkLst>
        </pc:spChg>
        <pc:spChg chg="add del mod">
          <ac:chgData name="Mitchell Lee" userId="67d944aee6d15f9c" providerId="LiveId" clId="{33447587-8799-4C1C-9907-A87237C93132}" dt="2025-11-25T11:51:13.271" v="141" actId="478"/>
          <ac:spMkLst>
            <pc:docMk/>
            <pc:sldMk cId="1129723175" sldId="256"/>
            <ac:spMk id="84" creationId="{6CE09B70-9647-4081-5B19-79E17E12716D}"/>
          </ac:spMkLst>
        </pc:spChg>
        <pc:spChg chg="add del mod">
          <ac:chgData name="Mitchell Lee" userId="67d944aee6d15f9c" providerId="LiveId" clId="{33447587-8799-4C1C-9907-A87237C93132}" dt="2025-11-25T11:51:14.278" v="142" actId="478"/>
          <ac:spMkLst>
            <pc:docMk/>
            <pc:sldMk cId="1129723175" sldId="256"/>
            <ac:spMk id="85" creationId="{4B641949-8AB0-332B-7FA3-30D329F32958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86" creationId="{364DFDEC-F2D0-2AF4-49D0-1D8367C868FB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87" creationId="{9573C56F-4862-4036-9B76-A6AEB451B6C7}"/>
          </ac:spMkLst>
        </pc:spChg>
        <pc:spChg chg="add 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88" creationId="{2A334A56-F8BE-8FD8-CB2E-FD18FD91D70F}"/>
          </ac:spMkLst>
        </pc:spChg>
        <pc:spChg chg="add 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89" creationId="{F193FC31-2395-0C0E-5774-73EAB85C5FFD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90" creationId="{D57AD364-237A-5178-B37D-573C97B57522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91" creationId="{A051D00F-1687-1114-7A1B-4BD701EC9E3C}"/>
          </ac:spMkLst>
        </pc:spChg>
        <pc:spChg chg="add 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92" creationId="{4257C485-E507-EEDC-27C9-D772080165FE}"/>
          </ac:spMkLst>
        </pc:spChg>
        <pc:spChg chg="add mod">
          <ac:chgData name="Mitchell Lee" userId="67d944aee6d15f9c" providerId="LiveId" clId="{33447587-8799-4C1C-9907-A87237C93132}" dt="2025-11-25T14:14:08.298" v="1032"/>
          <ac:spMkLst>
            <pc:docMk/>
            <pc:sldMk cId="1129723175" sldId="256"/>
            <ac:spMk id="93" creationId="{FEAB44D6-22DF-8948-921B-442F2AB8C994}"/>
          </ac:spMkLst>
        </pc:spChg>
        <pc:spChg chg="add mod">
          <ac:chgData name="Mitchell Lee" userId="67d944aee6d15f9c" providerId="LiveId" clId="{33447587-8799-4C1C-9907-A87237C93132}" dt="2025-11-25T14:35:41.825" v="1400" actId="1076"/>
          <ac:spMkLst>
            <pc:docMk/>
            <pc:sldMk cId="1129723175" sldId="256"/>
            <ac:spMk id="274" creationId="{1B590230-28D2-4765-FCD4-B0727D8B3B12}"/>
          </ac:spMkLst>
        </pc:spChg>
        <pc:spChg chg="add mod">
          <ac:chgData name="Mitchell Lee" userId="67d944aee6d15f9c" providerId="LiveId" clId="{33447587-8799-4C1C-9907-A87237C93132}" dt="2025-11-25T14:14:08.298" v="1032"/>
          <ac:spMkLst>
            <pc:docMk/>
            <pc:sldMk cId="1129723175" sldId="256"/>
            <ac:spMk id="275" creationId="{B66035FD-FD6C-5CBE-3259-14620492035F}"/>
          </ac:spMkLst>
        </pc:spChg>
        <pc:spChg chg="add mod">
          <ac:chgData name="Mitchell Lee" userId="67d944aee6d15f9c" providerId="LiveId" clId="{33447587-8799-4C1C-9907-A87237C93132}" dt="2025-11-25T14:30:11.554" v="1377" actId="14100"/>
          <ac:spMkLst>
            <pc:docMk/>
            <pc:sldMk cId="1129723175" sldId="256"/>
            <ac:spMk id="320" creationId="{8CEFE208-5490-BD23-D6E3-AED6C75B0748}"/>
          </ac:spMkLst>
        </pc:spChg>
        <pc:spChg chg="add mod">
          <ac:chgData name="Mitchell Lee" userId="67d944aee6d15f9c" providerId="LiveId" clId="{33447587-8799-4C1C-9907-A87237C93132}" dt="2025-11-25T14:35:53.536" v="1401" actId="1076"/>
          <ac:spMkLst>
            <pc:docMk/>
            <pc:sldMk cId="1129723175" sldId="256"/>
            <ac:spMk id="350" creationId="{511C2A87-0E26-2489-6FE4-5B944BC8D9BD}"/>
          </ac:spMkLst>
        </pc:spChg>
        <pc:spChg chg="add mod">
          <ac:chgData name="Mitchell Lee" userId="67d944aee6d15f9c" providerId="LiveId" clId="{33447587-8799-4C1C-9907-A87237C93132}" dt="2025-11-25T14:35:59.152" v="1402" actId="1076"/>
          <ac:spMkLst>
            <pc:docMk/>
            <pc:sldMk cId="1129723175" sldId="256"/>
            <ac:spMk id="448" creationId="{9D351C84-375C-7476-4B62-600E9D212F3C}"/>
          </ac:spMkLst>
        </pc:spChg>
        <pc:spChg chg="add mod">
          <ac:chgData name="Mitchell Lee" userId="67d944aee6d15f9c" providerId="LiveId" clId="{33447587-8799-4C1C-9907-A87237C93132}" dt="2025-11-25T14:30:29.942" v="1378" actId="1076"/>
          <ac:spMkLst>
            <pc:docMk/>
            <pc:sldMk cId="1129723175" sldId="256"/>
            <ac:spMk id="557" creationId="{7A8F3C9A-7312-A067-D9A7-FD45C5FAC33E}"/>
          </ac:spMkLst>
        </pc:spChg>
        <pc:spChg chg="add mod">
          <ac:chgData name="Mitchell Lee" userId="67d944aee6d15f9c" providerId="LiveId" clId="{33447587-8799-4C1C-9907-A87237C93132}" dt="2025-11-25T14:31:35.546" v="1384" actId="114"/>
          <ac:spMkLst>
            <pc:docMk/>
            <pc:sldMk cId="1129723175" sldId="256"/>
            <ac:spMk id="558" creationId="{E5AA17EC-886A-161B-9D22-32939AFF6286}"/>
          </ac:spMkLst>
        </pc:spChg>
        <pc:spChg chg="add mod">
          <ac:chgData name="Mitchell Lee" userId="67d944aee6d15f9c" providerId="LiveId" clId="{33447587-8799-4C1C-9907-A87237C93132}" dt="2025-11-25T14:40:39.522" v="1445" actId="207"/>
          <ac:spMkLst>
            <pc:docMk/>
            <pc:sldMk cId="1129723175" sldId="256"/>
            <ac:spMk id="606" creationId="{2548AFF0-06F3-2E31-376C-12515BF22B23}"/>
          </ac:spMkLst>
        </pc:spChg>
        <pc:spChg chg="add mod ord topLvl">
          <ac:chgData name="Mitchell Lee" userId="67d944aee6d15f9c" providerId="LiveId" clId="{33447587-8799-4C1C-9907-A87237C93132}" dt="2025-11-25T14:49:14.324" v="1603" actId="164"/>
          <ac:spMkLst>
            <pc:docMk/>
            <pc:sldMk cId="1129723175" sldId="256"/>
            <ac:spMk id="635" creationId="{36407D63-A14B-17F9-AF8B-7FBE69EB13B0}"/>
          </ac:spMkLst>
        </pc:spChg>
        <pc:spChg chg="add mod ord topLvl">
          <ac:chgData name="Mitchell Lee" userId="67d944aee6d15f9c" providerId="LiveId" clId="{33447587-8799-4C1C-9907-A87237C93132}" dt="2025-11-25T14:49:14.324" v="1603" actId="164"/>
          <ac:spMkLst>
            <pc:docMk/>
            <pc:sldMk cId="1129723175" sldId="256"/>
            <ac:spMk id="636" creationId="{DD10CB15-34E0-FE2E-5A18-33E532DCE361}"/>
          </ac:spMkLst>
        </pc:spChg>
        <pc:spChg chg="add mod topLvl">
          <ac:chgData name="Mitchell Lee" userId="67d944aee6d15f9c" providerId="LiveId" clId="{33447587-8799-4C1C-9907-A87237C93132}" dt="2025-11-25T14:49:14.324" v="1603" actId="164"/>
          <ac:spMkLst>
            <pc:docMk/>
            <pc:sldMk cId="1129723175" sldId="256"/>
            <ac:spMk id="637" creationId="{07EBBFCE-057C-D690-D03D-2FFEC8CBC608}"/>
          </ac:spMkLst>
        </pc:spChg>
        <pc:grpChg chg="del mod">
          <ac:chgData name="Mitchell Lee" userId="67d944aee6d15f9c" providerId="LiveId" clId="{33447587-8799-4C1C-9907-A87237C93132}" dt="2025-11-25T11:47:34.610" v="96" actId="165"/>
          <ac:grpSpMkLst>
            <pc:docMk/>
            <pc:sldMk cId="1129723175" sldId="256"/>
            <ac:grpSpMk id="32" creationId="{D775F1CF-D61B-E9C7-40AC-2965B77E6D4A}"/>
          </ac:grpSpMkLst>
        </pc:grpChg>
        <pc:grpChg chg="add del mod">
          <ac:chgData name="Mitchell Lee" userId="67d944aee6d15f9c" providerId="LiveId" clId="{33447587-8799-4C1C-9907-A87237C93132}" dt="2025-11-25T12:07:41.069" v="405" actId="165"/>
          <ac:grpSpMkLst>
            <pc:docMk/>
            <pc:sldMk cId="1129723175" sldId="256"/>
            <ac:grpSpMk id="71" creationId="{62568D86-173D-9300-3F6C-2B37B5F26ED2}"/>
          </ac:grpSpMkLst>
        </pc:grpChg>
        <pc:grpChg chg="add del mod">
          <ac:chgData name="Mitchell Lee" userId="67d944aee6d15f9c" providerId="LiveId" clId="{33447587-8799-4C1C-9907-A87237C93132}" dt="2025-11-25T14:34:44.034" v="1391" actId="165"/>
          <ac:grpSpMkLst>
            <pc:docMk/>
            <pc:sldMk cId="1129723175" sldId="256"/>
            <ac:grpSpMk id="570" creationId="{E1F80718-43CD-892D-CF69-4BC3904EF3D1}"/>
          </ac:grpSpMkLst>
        </pc:grpChg>
        <pc:grpChg chg="add del mod">
          <ac:chgData name="Mitchell Lee" userId="67d944aee6d15f9c" providerId="LiveId" clId="{33447587-8799-4C1C-9907-A87237C93132}" dt="2025-11-25T14:47:56.110" v="1549" actId="165"/>
          <ac:grpSpMkLst>
            <pc:docMk/>
            <pc:sldMk cId="1129723175" sldId="256"/>
            <ac:grpSpMk id="638" creationId="{5FC0D089-7DA8-53B3-6FB9-45C77B3F736E}"/>
          </ac:grpSpMkLst>
        </pc:grpChg>
        <pc:grpChg chg="add mod">
          <ac:chgData name="Mitchell Lee" userId="67d944aee6d15f9c" providerId="LiveId" clId="{33447587-8799-4C1C-9907-A87237C93132}" dt="2025-11-25T14:49:36.378" v="1605" actId="1076"/>
          <ac:grpSpMkLst>
            <pc:docMk/>
            <pc:sldMk cId="1129723175" sldId="256"/>
            <ac:grpSpMk id="639" creationId="{96F0888D-1462-A3B8-C2F5-FEEA3CECE162}"/>
          </ac:grpSpMkLst>
        </pc:grpChg>
        <pc:picChg chg="add del">
          <ac:chgData name="Mitchell Lee" userId="67d944aee6d15f9c" providerId="LiveId" clId="{33447587-8799-4C1C-9907-A87237C93132}" dt="2025-11-25T14:40:54.887" v="1447" actId="22"/>
          <ac:picMkLst>
            <pc:docMk/>
            <pc:sldMk cId="1129723175" sldId="256"/>
            <ac:picMk id="632" creationId="{8F11D561-15BA-13B6-7559-549AEFA2D3B5}"/>
          </ac:picMkLst>
        </pc:picChg>
        <pc:picChg chg="add del">
          <ac:chgData name="Mitchell Lee" userId="67d944aee6d15f9c" providerId="LiveId" clId="{33447587-8799-4C1C-9907-A87237C93132}" dt="2025-11-25T14:41:11.655" v="1449" actId="22"/>
          <ac:picMkLst>
            <pc:docMk/>
            <pc:sldMk cId="1129723175" sldId="256"/>
            <ac:picMk id="634" creationId="{AAF33131-FACE-BB0E-2293-D318B10C21CC}"/>
          </ac:picMkLst>
        </pc:picChg>
        <pc:cxnChg chg="del mod">
          <ac:chgData name="Mitchell Lee" userId="67d944aee6d15f9c" providerId="LiveId" clId="{33447587-8799-4C1C-9907-A87237C93132}" dt="2025-11-25T13:55:46.899" v="841" actId="478"/>
          <ac:cxnSpMkLst>
            <pc:docMk/>
            <pc:sldMk cId="1129723175" sldId="256"/>
            <ac:cxnSpMk id="14" creationId="{25148195-7555-5A6C-9EDC-17526D3379E2}"/>
          </ac:cxnSpMkLst>
        </pc:cxnChg>
        <pc:cxnChg chg="del mod topLvl">
          <ac:chgData name="Mitchell Lee" userId="67d944aee6d15f9c" providerId="LiveId" clId="{33447587-8799-4C1C-9907-A87237C93132}" dt="2025-11-25T12:07:56.052" v="407" actId="478"/>
          <ac:cxnSpMkLst>
            <pc:docMk/>
            <pc:sldMk cId="1129723175" sldId="256"/>
            <ac:cxnSpMk id="23" creationId="{45F9087B-7705-CE98-8154-6248B18B35B6}"/>
          </ac:cxnSpMkLst>
        </pc:cxnChg>
        <pc:cxnChg chg="del mod topLvl">
          <ac:chgData name="Mitchell Lee" userId="67d944aee6d15f9c" providerId="LiveId" clId="{33447587-8799-4C1C-9907-A87237C93132}" dt="2025-11-25T13:46:15.580" v="750" actId="478"/>
          <ac:cxnSpMkLst>
            <pc:docMk/>
            <pc:sldMk cId="1129723175" sldId="256"/>
            <ac:cxnSpMk id="25" creationId="{937F368C-83D7-4890-F396-4F47D94F3C55}"/>
          </ac:cxnSpMkLst>
        </pc:cxnChg>
        <pc:cxnChg chg="del mod topLvl">
          <ac:chgData name="Mitchell Lee" userId="67d944aee6d15f9c" providerId="LiveId" clId="{33447587-8799-4C1C-9907-A87237C93132}" dt="2025-11-25T13:46:10.545" v="745" actId="478"/>
          <ac:cxnSpMkLst>
            <pc:docMk/>
            <pc:sldMk cId="1129723175" sldId="256"/>
            <ac:cxnSpMk id="27" creationId="{B1550BCF-B114-E07A-E5D0-FE6D2757879D}"/>
          </ac:cxnSpMkLst>
        </pc:cxnChg>
        <pc:cxnChg chg="del mod topLvl">
          <ac:chgData name="Mitchell Lee" userId="67d944aee6d15f9c" providerId="LiveId" clId="{33447587-8799-4C1C-9907-A87237C93132}" dt="2025-11-25T13:46:11.346" v="746" actId="478"/>
          <ac:cxnSpMkLst>
            <pc:docMk/>
            <pc:sldMk cId="1129723175" sldId="256"/>
            <ac:cxnSpMk id="29" creationId="{D488A0E3-999E-DBA2-9D54-80723DFC0962}"/>
          </ac:cxnSpMkLst>
        </pc:cxnChg>
        <pc:cxnChg chg="del mod topLvl">
          <ac:chgData name="Mitchell Lee" userId="67d944aee6d15f9c" providerId="LiveId" clId="{33447587-8799-4C1C-9907-A87237C93132}" dt="2025-11-25T13:46:13.549" v="748" actId="478"/>
          <ac:cxnSpMkLst>
            <pc:docMk/>
            <pc:sldMk cId="1129723175" sldId="256"/>
            <ac:cxnSpMk id="31" creationId="{BD0F095D-21DD-FD6C-DD88-2E745C8F6A0C}"/>
          </ac:cxnSpMkLst>
        </pc:cxnChg>
        <pc:cxnChg chg="del mod topLvl">
          <ac:chgData name="Mitchell Lee" userId="67d944aee6d15f9c" providerId="LiveId" clId="{33447587-8799-4C1C-9907-A87237C93132}" dt="2025-11-25T13:46:12.385" v="747" actId="478"/>
          <ac:cxnSpMkLst>
            <pc:docMk/>
            <pc:sldMk cId="1129723175" sldId="256"/>
            <ac:cxnSpMk id="45" creationId="{0B1DD16A-BD46-C87A-7C31-B563A37C11F1}"/>
          </ac:cxnSpMkLst>
        </pc:cxnChg>
        <pc:cxnChg chg="add del mod topLvl">
          <ac:chgData name="Mitchell Lee" userId="67d944aee6d15f9c" providerId="LiveId" clId="{33447587-8799-4C1C-9907-A87237C93132}" dt="2025-11-25T12:12:56.078" v="443" actId="478"/>
          <ac:cxnSpMkLst>
            <pc:docMk/>
            <pc:sldMk cId="1129723175" sldId="256"/>
            <ac:cxnSpMk id="49" creationId="{60A08098-1DB9-EA5D-FF2E-4CA72746D207}"/>
          </ac:cxnSpMkLst>
        </pc:cxnChg>
        <pc:cxnChg chg="add del mod">
          <ac:chgData name="Mitchell Lee" userId="67d944aee6d15f9c" providerId="LiveId" clId="{33447587-8799-4C1C-9907-A87237C93132}" dt="2025-11-25T13:46:54.923" v="768" actId="478"/>
          <ac:cxnSpMkLst>
            <pc:docMk/>
            <pc:sldMk cId="1129723175" sldId="256"/>
            <ac:cxnSpMk id="55" creationId="{E098F89B-8B75-D339-E974-9AB694F5ED2E}"/>
          </ac:cxnSpMkLst>
        </pc:cxnChg>
        <pc:cxnChg chg="add del mod">
          <ac:chgData name="Mitchell Lee" userId="67d944aee6d15f9c" providerId="LiveId" clId="{33447587-8799-4C1C-9907-A87237C93132}" dt="2025-11-25T13:46:53.705" v="767" actId="478"/>
          <ac:cxnSpMkLst>
            <pc:docMk/>
            <pc:sldMk cId="1129723175" sldId="256"/>
            <ac:cxnSpMk id="57" creationId="{A1B553EB-0306-E5AB-82E0-A78E875306DE}"/>
          </ac:cxnSpMkLst>
        </pc:cxnChg>
        <pc:cxnChg chg="add del mod">
          <ac:chgData name="Mitchell Lee" userId="67d944aee6d15f9c" providerId="LiveId" clId="{33447587-8799-4C1C-9907-A87237C93132}" dt="2025-11-25T12:06:35.988" v="399" actId="478"/>
          <ac:cxnSpMkLst>
            <pc:docMk/>
            <pc:sldMk cId="1129723175" sldId="256"/>
            <ac:cxnSpMk id="95" creationId="{906169E3-14FB-DD0F-66DF-C4B7EA95084F}"/>
          </ac:cxnSpMkLst>
        </pc:cxnChg>
        <pc:cxnChg chg="add del mod">
          <ac:chgData name="Mitchell Lee" userId="67d944aee6d15f9c" providerId="LiveId" clId="{33447587-8799-4C1C-9907-A87237C93132}" dt="2025-11-25T12:06:32.129" v="398" actId="478"/>
          <ac:cxnSpMkLst>
            <pc:docMk/>
            <pc:sldMk cId="1129723175" sldId="256"/>
            <ac:cxnSpMk id="97" creationId="{3C84A566-9A8A-198D-8602-9C16EFDD3DED}"/>
          </ac:cxnSpMkLst>
        </pc:cxnChg>
        <pc:cxnChg chg="add del mod">
          <ac:chgData name="Mitchell Lee" userId="67d944aee6d15f9c" providerId="LiveId" clId="{33447587-8799-4C1C-9907-A87237C93132}" dt="2025-11-25T12:08:15.297" v="409" actId="478"/>
          <ac:cxnSpMkLst>
            <pc:docMk/>
            <pc:sldMk cId="1129723175" sldId="256"/>
            <ac:cxnSpMk id="99" creationId="{2CDEC362-2583-31B4-F263-B4790ED503FB}"/>
          </ac:cxnSpMkLst>
        </pc:cxnChg>
        <pc:cxnChg chg="add del mod">
          <ac:chgData name="Mitchell Lee" userId="67d944aee6d15f9c" providerId="LiveId" clId="{33447587-8799-4C1C-9907-A87237C93132}" dt="2025-11-25T12:08:16.317" v="410" actId="478"/>
          <ac:cxnSpMkLst>
            <pc:docMk/>
            <pc:sldMk cId="1129723175" sldId="256"/>
            <ac:cxnSpMk id="101" creationId="{EE3D5D58-32DF-89F7-032E-283696170121}"/>
          </ac:cxnSpMkLst>
        </pc:cxnChg>
        <pc:cxnChg chg="add del mod">
          <ac:chgData name="Mitchell Lee" userId="67d944aee6d15f9c" providerId="LiveId" clId="{33447587-8799-4C1C-9907-A87237C93132}" dt="2025-11-25T12:08:18.529" v="412" actId="478"/>
          <ac:cxnSpMkLst>
            <pc:docMk/>
            <pc:sldMk cId="1129723175" sldId="256"/>
            <ac:cxnSpMk id="110" creationId="{791DD70D-DC8C-5B36-E493-A0E3FBFBCA1F}"/>
          </ac:cxnSpMkLst>
        </pc:cxnChg>
        <pc:cxnChg chg="add del mod">
          <ac:chgData name="Mitchell Lee" userId="67d944aee6d15f9c" providerId="LiveId" clId="{33447587-8799-4C1C-9907-A87237C93132}" dt="2025-11-25T12:08:17.830" v="411" actId="478"/>
          <ac:cxnSpMkLst>
            <pc:docMk/>
            <pc:sldMk cId="1129723175" sldId="256"/>
            <ac:cxnSpMk id="112" creationId="{6580804A-BBE2-422C-C4AD-70B9945F0122}"/>
          </ac:cxnSpMkLst>
        </pc:cxnChg>
        <pc:cxnChg chg="add del mod">
          <ac:chgData name="Mitchell Lee" userId="67d944aee6d15f9c" providerId="LiveId" clId="{33447587-8799-4C1C-9907-A87237C93132}" dt="2025-11-25T12:08:19.640" v="413" actId="478"/>
          <ac:cxnSpMkLst>
            <pc:docMk/>
            <pc:sldMk cId="1129723175" sldId="256"/>
            <ac:cxnSpMk id="128" creationId="{BE88D98C-DD69-6AC9-B1AC-19E28B7B7E4C}"/>
          </ac:cxnSpMkLst>
        </pc:cxnChg>
        <pc:cxnChg chg="add del mod">
          <ac:chgData name="Mitchell Lee" userId="67d944aee6d15f9c" providerId="LiveId" clId="{33447587-8799-4C1C-9907-A87237C93132}" dt="2025-11-25T12:08:20.385" v="414" actId="478"/>
          <ac:cxnSpMkLst>
            <pc:docMk/>
            <pc:sldMk cId="1129723175" sldId="256"/>
            <ac:cxnSpMk id="132" creationId="{67308A03-ABF0-112E-6E09-CC83E29B9925}"/>
          </ac:cxnSpMkLst>
        </pc:cxnChg>
        <pc:cxnChg chg="add del mod">
          <ac:chgData name="Mitchell Lee" userId="67d944aee6d15f9c" providerId="LiveId" clId="{33447587-8799-4C1C-9907-A87237C93132}" dt="2025-11-25T12:08:21.920" v="415" actId="478"/>
          <ac:cxnSpMkLst>
            <pc:docMk/>
            <pc:sldMk cId="1129723175" sldId="256"/>
            <ac:cxnSpMk id="135" creationId="{B6B189D7-4E0B-F771-E9AA-F7AB0E3E7E5D}"/>
          </ac:cxnSpMkLst>
        </pc:cxnChg>
        <pc:cxnChg chg="add del mod">
          <ac:chgData name="Mitchell Lee" userId="67d944aee6d15f9c" providerId="LiveId" clId="{33447587-8799-4C1C-9907-A87237C93132}" dt="2025-11-25T12:03:25.761" v="272" actId="478"/>
          <ac:cxnSpMkLst>
            <pc:docMk/>
            <pc:sldMk cId="1129723175" sldId="256"/>
            <ac:cxnSpMk id="151" creationId="{37AA139C-F887-DA54-B05D-61C118E33A85}"/>
          </ac:cxnSpMkLst>
        </pc:cxnChg>
        <pc:cxnChg chg="add del mod">
          <ac:chgData name="Mitchell Lee" userId="67d944aee6d15f9c" providerId="LiveId" clId="{33447587-8799-4C1C-9907-A87237C93132}" dt="2025-11-25T12:08:22.527" v="416" actId="478"/>
          <ac:cxnSpMkLst>
            <pc:docMk/>
            <pc:sldMk cId="1129723175" sldId="256"/>
            <ac:cxnSpMk id="153" creationId="{B3228AB6-F987-9065-2012-2801AB4875B2}"/>
          </ac:cxnSpMkLst>
        </pc:cxnChg>
        <pc:cxnChg chg="add del mod">
          <ac:chgData name="Mitchell Lee" userId="67d944aee6d15f9c" providerId="LiveId" clId="{33447587-8799-4C1C-9907-A87237C93132}" dt="2025-11-25T13:46:08.573" v="743" actId="478"/>
          <ac:cxnSpMkLst>
            <pc:docMk/>
            <pc:sldMk cId="1129723175" sldId="256"/>
            <ac:cxnSpMk id="161" creationId="{BE8A3F60-882B-E9D2-6CAA-8A2AEFC41F67}"/>
          </ac:cxnSpMkLst>
        </pc:cxnChg>
        <pc:cxnChg chg="add del mod">
          <ac:chgData name="Mitchell Lee" userId="67d944aee6d15f9c" providerId="LiveId" clId="{33447587-8799-4C1C-9907-A87237C93132}" dt="2025-11-25T13:46:18.088" v="751" actId="478"/>
          <ac:cxnSpMkLst>
            <pc:docMk/>
            <pc:sldMk cId="1129723175" sldId="256"/>
            <ac:cxnSpMk id="163" creationId="{60EC7675-1C83-389F-A19D-7839DAED1642}"/>
          </ac:cxnSpMkLst>
        </pc:cxnChg>
        <pc:cxnChg chg="add del mod">
          <ac:chgData name="Mitchell Lee" userId="67d944aee6d15f9c" providerId="LiveId" clId="{33447587-8799-4C1C-9907-A87237C93132}" dt="2025-11-25T13:46:14.674" v="749" actId="478"/>
          <ac:cxnSpMkLst>
            <pc:docMk/>
            <pc:sldMk cId="1129723175" sldId="256"/>
            <ac:cxnSpMk id="166" creationId="{2E85ADDD-604F-28FD-71AE-96669C8134CE}"/>
          </ac:cxnSpMkLst>
        </pc:cxnChg>
        <pc:cxnChg chg="add del mod">
          <ac:chgData name="Mitchell Lee" userId="67d944aee6d15f9c" providerId="LiveId" clId="{33447587-8799-4C1C-9907-A87237C93132}" dt="2025-11-25T13:46:21.238" v="752" actId="478"/>
          <ac:cxnSpMkLst>
            <pc:docMk/>
            <pc:sldMk cId="1129723175" sldId="256"/>
            <ac:cxnSpMk id="168" creationId="{78DAE9C4-D0F1-33F2-F47B-B8A19C6DDEFD}"/>
          </ac:cxnSpMkLst>
        </pc:cxnChg>
        <pc:cxnChg chg="add del mod">
          <ac:chgData name="Mitchell Lee" userId="67d944aee6d15f9c" providerId="LiveId" clId="{33447587-8799-4C1C-9907-A87237C93132}" dt="2025-11-25T13:46:22.278" v="753" actId="478"/>
          <ac:cxnSpMkLst>
            <pc:docMk/>
            <pc:sldMk cId="1129723175" sldId="256"/>
            <ac:cxnSpMk id="170" creationId="{1E11F305-736F-835D-39AA-728A6B29C54E}"/>
          </ac:cxnSpMkLst>
        </pc:cxnChg>
        <pc:cxnChg chg="add del mod">
          <ac:chgData name="Mitchell Lee" userId="67d944aee6d15f9c" providerId="LiveId" clId="{33447587-8799-4C1C-9907-A87237C93132}" dt="2025-11-25T13:46:23.358" v="754" actId="478"/>
          <ac:cxnSpMkLst>
            <pc:docMk/>
            <pc:sldMk cId="1129723175" sldId="256"/>
            <ac:cxnSpMk id="173" creationId="{30F21F1E-D57A-D554-CC5C-867AC0674B28}"/>
          </ac:cxnSpMkLst>
        </pc:cxnChg>
        <pc:cxnChg chg="add del mod">
          <ac:chgData name="Mitchell Lee" userId="67d944aee6d15f9c" providerId="LiveId" clId="{33447587-8799-4C1C-9907-A87237C93132}" dt="2025-11-25T13:46:26.546" v="755" actId="478"/>
          <ac:cxnSpMkLst>
            <pc:docMk/>
            <pc:sldMk cId="1129723175" sldId="256"/>
            <ac:cxnSpMk id="175" creationId="{C3B85CF7-BDA3-C973-9196-0A98DA593B98}"/>
          </ac:cxnSpMkLst>
        </pc:cxnChg>
        <pc:cxnChg chg="add del mod">
          <ac:chgData name="Mitchell Lee" userId="67d944aee6d15f9c" providerId="LiveId" clId="{33447587-8799-4C1C-9907-A87237C93132}" dt="2025-11-25T13:46:27.611" v="756" actId="478"/>
          <ac:cxnSpMkLst>
            <pc:docMk/>
            <pc:sldMk cId="1129723175" sldId="256"/>
            <ac:cxnSpMk id="191" creationId="{F3345F7D-5344-58EF-92B3-D806770DC4FD}"/>
          </ac:cxnSpMkLst>
        </pc:cxnChg>
        <pc:cxnChg chg="add del mod">
          <ac:chgData name="Mitchell Lee" userId="67d944aee6d15f9c" providerId="LiveId" clId="{33447587-8799-4C1C-9907-A87237C93132}" dt="2025-11-25T13:46:28.637" v="757" actId="478"/>
          <ac:cxnSpMkLst>
            <pc:docMk/>
            <pc:sldMk cId="1129723175" sldId="256"/>
            <ac:cxnSpMk id="193" creationId="{D2006A9D-A69E-C1AC-B875-5B9898FBFBFA}"/>
          </ac:cxnSpMkLst>
        </pc:cxnChg>
        <pc:cxnChg chg="add del mod">
          <ac:chgData name="Mitchell Lee" userId="67d944aee6d15f9c" providerId="LiveId" clId="{33447587-8799-4C1C-9907-A87237C93132}" dt="2025-11-25T13:46:29.677" v="758" actId="478"/>
          <ac:cxnSpMkLst>
            <pc:docMk/>
            <pc:sldMk cId="1129723175" sldId="256"/>
            <ac:cxnSpMk id="206" creationId="{004223B2-E4F9-AA95-36C9-2A42B51BA6E7}"/>
          </ac:cxnSpMkLst>
        </pc:cxnChg>
        <pc:cxnChg chg="add del mod">
          <ac:chgData name="Mitchell Lee" userId="67d944aee6d15f9c" providerId="LiveId" clId="{33447587-8799-4C1C-9907-A87237C93132}" dt="2025-11-25T13:46:30.513" v="759" actId="478"/>
          <ac:cxnSpMkLst>
            <pc:docMk/>
            <pc:sldMk cId="1129723175" sldId="256"/>
            <ac:cxnSpMk id="208" creationId="{D54CF6A4-E22D-24AE-343B-0485F2D3B807}"/>
          </ac:cxnSpMkLst>
        </pc:cxnChg>
        <pc:cxnChg chg="add del mod">
          <ac:chgData name="Mitchell Lee" userId="67d944aee6d15f9c" providerId="LiveId" clId="{33447587-8799-4C1C-9907-A87237C93132}" dt="2025-11-25T13:46:31.238" v="760" actId="478"/>
          <ac:cxnSpMkLst>
            <pc:docMk/>
            <pc:sldMk cId="1129723175" sldId="256"/>
            <ac:cxnSpMk id="265" creationId="{A2342A0B-946B-DC7C-D666-D7B1B4E3EDA2}"/>
          </ac:cxnSpMkLst>
        </pc:cxnChg>
        <pc:cxnChg chg="add del mod">
          <ac:chgData name="Mitchell Lee" userId="67d944aee6d15f9c" providerId="LiveId" clId="{33447587-8799-4C1C-9907-A87237C93132}" dt="2025-11-25T13:46:31.861" v="761" actId="478"/>
          <ac:cxnSpMkLst>
            <pc:docMk/>
            <pc:sldMk cId="1129723175" sldId="256"/>
            <ac:cxnSpMk id="270" creationId="{904E302A-86CA-9164-F555-0C90DE3E8973}"/>
          </ac:cxnSpMkLst>
        </pc:cxnChg>
        <pc:cxnChg chg="add del mod">
          <ac:chgData name="Mitchell Lee" userId="67d944aee6d15f9c" providerId="LiveId" clId="{33447587-8799-4C1C-9907-A87237C93132}" dt="2025-11-25T13:46:09.677" v="744" actId="478"/>
          <ac:cxnSpMkLst>
            <pc:docMk/>
            <pc:sldMk cId="1129723175" sldId="256"/>
            <ac:cxnSpMk id="272" creationId="{40067ACD-ADFC-7CC7-F119-2B5CBC373824}"/>
          </ac:cxnSpMkLst>
        </pc:cxnChg>
        <pc:cxnChg chg="add del mod">
          <ac:chgData name="Mitchell Lee" userId="67d944aee6d15f9c" providerId="LiveId" clId="{33447587-8799-4C1C-9907-A87237C93132}" dt="2025-11-25T13:46:32.499" v="762" actId="478"/>
          <ac:cxnSpMkLst>
            <pc:docMk/>
            <pc:sldMk cId="1129723175" sldId="256"/>
            <ac:cxnSpMk id="277" creationId="{4F1037EC-4254-0345-6E11-737EDE8E7A8B}"/>
          </ac:cxnSpMkLst>
        </pc:cxnChg>
        <pc:cxnChg chg="add del mod">
          <ac:chgData name="Mitchell Lee" userId="67d944aee6d15f9c" providerId="LiveId" clId="{33447587-8799-4C1C-9907-A87237C93132}" dt="2025-11-25T13:46:33.082" v="763" actId="478"/>
          <ac:cxnSpMkLst>
            <pc:docMk/>
            <pc:sldMk cId="1129723175" sldId="256"/>
            <ac:cxnSpMk id="279" creationId="{6C123B5B-4CE1-4DB8-B834-294C7AACBE50}"/>
          </ac:cxnSpMkLst>
        </pc:cxnChg>
        <pc:cxnChg chg="add del mod">
          <ac:chgData name="Mitchell Lee" userId="67d944aee6d15f9c" providerId="LiveId" clId="{33447587-8799-4C1C-9907-A87237C93132}" dt="2025-11-25T13:05:20.172" v="708" actId="478"/>
          <ac:cxnSpMkLst>
            <pc:docMk/>
            <pc:sldMk cId="1129723175" sldId="256"/>
            <ac:cxnSpMk id="340" creationId="{A2FAC73B-B598-E21D-168D-1091E76D871A}"/>
          </ac:cxnSpMkLst>
        </pc:cxnChg>
        <pc:cxnChg chg="add mod">
          <ac:chgData name="Mitchell Lee" userId="67d944aee6d15f9c" providerId="LiveId" clId="{33447587-8799-4C1C-9907-A87237C93132}" dt="2025-11-25T14:30:11.554" v="1377" actId="14100"/>
          <ac:cxnSpMkLst>
            <pc:docMk/>
            <pc:sldMk cId="1129723175" sldId="256"/>
            <ac:cxnSpMk id="342" creationId="{830CEBCC-9949-E0A5-0FC9-C5F050C0AC2F}"/>
          </ac:cxnSpMkLst>
        </pc:cxnChg>
        <pc:cxnChg chg="add del mod">
          <ac:chgData name="Mitchell Lee" userId="67d944aee6d15f9c" providerId="LiveId" clId="{33447587-8799-4C1C-9907-A87237C93132}" dt="2025-11-25T13:55:45.540" v="840" actId="478"/>
          <ac:cxnSpMkLst>
            <pc:docMk/>
            <pc:sldMk cId="1129723175" sldId="256"/>
            <ac:cxnSpMk id="367" creationId="{C10ED6D1-41A2-FE80-A4A7-4D991E97E19F}"/>
          </ac:cxnSpMkLst>
        </pc:cxnChg>
        <pc:cxnChg chg="add mod">
          <ac:chgData name="Mitchell Lee" userId="67d944aee6d15f9c" providerId="LiveId" clId="{33447587-8799-4C1C-9907-A87237C93132}" dt="2025-11-25T14:03:21.178" v="884" actId="1076"/>
          <ac:cxnSpMkLst>
            <pc:docMk/>
            <pc:sldMk cId="1129723175" sldId="256"/>
            <ac:cxnSpMk id="369" creationId="{B40824AF-EF9B-DA9D-9F4A-4BADD7691D85}"/>
          </ac:cxnSpMkLst>
        </pc:cxnChg>
        <pc:cxnChg chg="add del mod">
          <ac:chgData name="Mitchell Lee" userId="67d944aee6d15f9c" providerId="LiveId" clId="{33447587-8799-4C1C-9907-A87237C93132}" dt="2025-11-25T13:55:41.354" v="839" actId="478"/>
          <ac:cxnSpMkLst>
            <pc:docMk/>
            <pc:sldMk cId="1129723175" sldId="256"/>
            <ac:cxnSpMk id="371" creationId="{65ADDC72-3020-5966-2724-634574BC54BD}"/>
          </ac:cxnSpMkLst>
        </pc:cxnChg>
        <pc:cxnChg chg="add mod">
          <ac:chgData name="Mitchell Lee" userId="67d944aee6d15f9c" providerId="LiveId" clId="{33447587-8799-4C1C-9907-A87237C93132}" dt="2025-11-25T14:03:21.178" v="884" actId="1076"/>
          <ac:cxnSpMkLst>
            <pc:docMk/>
            <pc:sldMk cId="1129723175" sldId="256"/>
            <ac:cxnSpMk id="373" creationId="{F687C117-40C1-9429-C405-E1063FC0C80D}"/>
          </ac:cxnSpMkLst>
        </pc:cxnChg>
        <pc:cxnChg chg="add del">
          <ac:chgData name="Mitchell Lee" userId="67d944aee6d15f9c" providerId="LiveId" clId="{33447587-8799-4C1C-9907-A87237C93132}" dt="2025-11-25T13:53:57.353" v="826" actId="478"/>
          <ac:cxnSpMkLst>
            <pc:docMk/>
            <pc:sldMk cId="1129723175" sldId="256"/>
            <ac:cxnSpMk id="375" creationId="{3DA7B381-E6E0-E0FC-29AC-0C35A09FFFCA}"/>
          </ac:cxnSpMkLst>
        </pc:cxnChg>
        <pc:cxnChg chg="add mod">
          <ac:chgData name="Mitchell Lee" userId="67d944aee6d15f9c" providerId="LiveId" clId="{33447587-8799-4C1C-9907-A87237C93132}" dt="2025-11-25T14:03:21.178" v="884" actId="1076"/>
          <ac:cxnSpMkLst>
            <pc:docMk/>
            <pc:sldMk cId="1129723175" sldId="256"/>
            <ac:cxnSpMk id="377" creationId="{38C9E2D3-6EA7-4922-CC14-78DF00DA6225}"/>
          </ac:cxnSpMkLst>
        </pc:cxnChg>
        <pc:cxnChg chg="add mod">
          <ac:chgData name="Mitchell Lee" userId="67d944aee6d15f9c" providerId="LiveId" clId="{33447587-8799-4C1C-9907-A87237C93132}" dt="2025-11-25T14:03:21.178" v="884" actId="1076"/>
          <ac:cxnSpMkLst>
            <pc:docMk/>
            <pc:sldMk cId="1129723175" sldId="256"/>
            <ac:cxnSpMk id="379" creationId="{A816C2D7-3A5E-43B4-AF92-F2F935365CDE}"/>
          </ac:cxnSpMkLst>
        </pc:cxnChg>
        <pc:cxnChg chg="add mod">
          <ac:chgData name="Mitchell Lee" userId="67d944aee6d15f9c" providerId="LiveId" clId="{33447587-8799-4C1C-9907-A87237C93132}" dt="2025-11-25T14:28:37.055" v="1371" actId="14100"/>
          <ac:cxnSpMkLst>
            <pc:docMk/>
            <pc:sldMk cId="1129723175" sldId="256"/>
            <ac:cxnSpMk id="381" creationId="{0B054573-DFA6-35C2-8009-08FC501542A3}"/>
          </ac:cxnSpMkLst>
        </pc:cxnChg>
        <pc:cxnChg chg="add mod">
          <ac:chgData name="Mitchell Lee" userId="67d944aee6d15f9c" providerId="LiveId" clId="{33447587-8799-4C1C-9907-A87237C93132}" dt="2025-11-25T14:28:37.055" v="1371" actId="14100"/>
          <ac:cxnSpMkLst>
            <pc:docMk/>
            <pc:sldMk cId="1129723175" sldId="256"/>
            <ac:cxnSpMk id="392" creationId="{9B2E4092-018E-0F92-EF3C-743542AA3B96}"/>
          </ac:cxnSpMkLst>
        </pc:cxnChg>
        <pc:cxnChg chg="add mod">
          <ac:chgData name="Mitchell Lee" userId="67d944aee6d15f9c" providerId="LiveId" clId="{33447587-8799-4C1C-9907-A87237C93132}" dt="2025-11-25T13:58:55.891" v="852" actId="14100"/>
          <ac:cxnSpMkLst>
            <pc:docMk/>
            <pc:sldMk cId="1129723175" sldId="256"/>
            <ac:cxnSpMk id="394" creationId="{7DCE574F-6CFF-1D47-7985-CC798ED924F4}"/>
          </ac:cxnSpMkLst>
        </pc:cxnChg>
        <pc:cxnChg chg="add mod">
          <ac:chgData name="Mitchell Lee" userId="67d944aee6d15f9c" providerId="LiveId" clId="{33447587-8799-4C1C-9907-A87237C93132}" dt="2025-11-25T14:03:21.178" v="884" actId="1076"/>
          <ac:cxnSpMkLst>
            <pc:docMk/>
            <pc:sldMk cId="1129723175" sldId="256"/>
            <ac:cxnSpMk id="397" creationId="{B5F5ACE2-5884-D102-2EDD-D8F4BF9527FD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20" creationId="{DB36CEC3-FBF2-7406-7473-90D3CF465F90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33" creationId="{E1FD78B4-2A25-A4B4-685E-0D71D7DD8DD8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35" creationId="{8E7D0DEA-BC1E-3F5A-7CCE-4A7FDA942954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37" creationId="{A457F561-55E6-0BCC-37FE-782F92CD6F5D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39" creationId="{DD05D5D6-195D-BD22-5F6D-64C56F2BA783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41" creationId="{ABBC1BD1-57F8-692D-98BB-F164978B5F20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43" creationId="{207909E9-274C-659A-774F-E38E5D0C920A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45" creationId="{6631B811-A84C-ABF0-96B4-F44DD26E1CF2}"/>
          </ac:cxnSpMkLst>
        </pc:cxnChg>
        <pc:cxnChg chg="add mod">
          <ac:chgData name="Mitchell Lee" userId="67d944aee6d15f9c" providerId="LiveId" clId="{33447587-8799-4C1C-9907-A87237C93132}" dt="2025-11-25T14:35:53.536" v="1401" actId="1076"/>
          <ac:cxnSpMkLst>
            <pc:docMk/>
            <pc:sldMk cId="1129723175" sldId="256"/>
            <ac:cxnSpMk id="447" creationId="{E8D39D95-4AD0-62B2-AE1B-FA4DD5D59538}"/>
          </ac:cxnSpMkLst>
        </pc:cxnChg>
        <pc:cxnChg chg="add del mod">
          <ac:chgData name="Mitchell Lee" userId="67d944aee6d15f9c" providerId="LiveId" clId="{33447587-8799-4C1C-9907-A87237C93132}" dt="2025-11-25T14:05:31.270" v="898" actId="478"/>
          <ac:cxnSpMkLst>
            <pc:docMk/>
            <pc:sldMk cId="1129723175" sldId="256"/>
            <ac:cxnSpMk id="450" creationId="{500E26B1-7F9A-9C07-3CF9-2772AB21EA44}"/>
          </ac:cxnSpMkLst>
        </pc:cxnChg>
        <pc:cxnChg chg="add mod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52" creationId="{9FF04417-CD01-D953-7751-94875D3899CC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79" creationId="{F105FCB2-2212-36E0-F767-F4EB2ACD6F2E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82" creationId="{6F5CD3FF-AEA2-484A-F851-324391379C22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85" creationId="{1C98F72F-F0C7-4D34-47BE-8E1914C938B9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88" creationId="{9D165FBC-07EF-F387-6416-F21131B4778A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92" creationId="{86B9037E-0B12-764F-1A96-C47ACCE39F44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96" creationId="{18DC45C1-A5D6-4E5A-A3A5-D825DC71B521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499" creationId="{F6E53A0D-9487-F727-962B-0C070148E044}"/>
          </ac:cxnSpMkLst>
        </pc:cxnChg>
        <pc:cxnChg chg="add mod topLvl">
          <ac:chgData name="Mitchell Lee" userId="67d944aee6d15f9c" providerId="LiveId" clId="{33447587-8799-4C1C-9907-A87237C93132}" dt="2025-11-25T14:35:59.152" v="1402" actId="1076"/>
          <ac:cxnSpMkLst>
            <pc:docMk/>
            <pc:sldMk cId="1129723175" sldId="256"/>
            <ac:cxnSpMk id="502" creationId="{D82CE79F-A929-D07E-3BEE-4C97A71AB2DA}"/>
          </ac:cxnSpMkLst>
        </pc:cxnChg>
        <pc:cxnChg chg="add mod">
          <ac:chgData name="Mitchell Lee" userId="67d944aee6d15f9c" providerId="LiveId" clId="{33447587-8799-4C1C-9907-A87237C93132}" dt="2025-11-25T14:31:33.122" v="1383" actId="14100"/>
          <ac:cxnSpMkLst>
            <pc:docMk/>
            <pc:sldMk cId="1129723175" sldId="256"/>
            <ac:cxnSpMk id="560" creationId="{D0B9D3FE-B111-ABE6-0910-CEF48EFA3695}"/>
          </ac:cxnSpMkLst>
        </pc:cxnChg>
        <pc:cxnChg chg="add">
          <ac:chgData name="Mitchell Lee" userId="67d944aee6d15f9c" providerId="LiveId" clId="{33447587-8799-4C1C-9907-A87237C93132}" dt="2025-11-25T14:26:05.776" v="1317" actId="11529"/>
          <ac:cxnSpMkLst>
            <pc:docMk/>
            <pc:sldMk cId="1129723175" sldId="256"/>
            <ac:cxnSpMk id="562" creationId="{C99F2A9D-7743-8245-AFCC-E7A371C3F339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08" creationId="{164888C2-18F5-41A2-9012-5D3F64038B68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10" creationId="{C957D5B9-C66B-5475-4D7F-3B053342EE91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12" creationId="{D582458B-F849-E442-0DF9-0265D5ECBD38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14" creationId="{E6AF0C57-B3F6-7CA5-1075-ABBEC1E79E90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16" creationId="{FFAAD883-48F5-6C44-5F7E-AB0334A459D6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18" creationId="{C1AAF8F2-19E6-F9B6-20C0-42D1E6C4E26B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20" creationId="{47415BA8-4E05-8D33-4B82-BD5CB5B996D7}"/>
          </ac:cxnSpMkLst>
        </pc:cxnChg>
        <pc:cxnChg chg="add mod">
          <ac:chgData name="Mitchell Lee" userId="67d944aee6d15f9c" providerId="LiveId" clId="{33447587-8799-4C1C-9907-A87237C93132}" dt="2025-11-25T14:38:28.147" v="1415" actId="1076"/>
          <ac:cxnSpMkLst>
            <pc:docMk/>
            <pc:sldMk cId="1129723175" sldId="256"/>
            <ac:cxnSpMk id="622" creationId="{8366F5C3-D496-3CB7-18CD-AC975D6A62D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700C0-67A2-E48F-9AD2-453E1C67DD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7FD0FA-08F2-086E-FDCE-D52FC9850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3F230-3130-8B6A-2F55-3B792DD3A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F9503-42E7-0080-5028-BC8A2E2CB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C1570-11FA-6C09-A46E-66B5093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4057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F2399-8A11-6225-F673-990129257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ECEED-F354-C20A-F82F-0F5939F37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6BE57-8336-AB76-A4D3-67AFEEDA6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431D1-43BD-E9BC-A126-E80B19657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C61EC-0E70-05C3-CEF7-E955FEF2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12022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B6988-2504-24EE-07A5-ED48CEAA9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65CEC-DF7B-B6D7-AE09-DE1955414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420E3-3DE0-FEEA-C81F-0580A6C39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42CE3-83E7-E3F0-AA4A-78C112BE7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2D1E-EFFB-7D7E-07BD-66F6AC175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4946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2DCAE-6C42-5AEF-82C6-639F1E0A6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86B4A-F2F7-F316-85B0-D2CAE8BE8A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2B092-0286-0E00-F5D5-1B19DC586B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E712CC-76D6-AB61-0378-A7EFBCB2F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18E942-0AA0-F664-B9C5-D0FA70FA5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E45F90-2384-90DF-EF88-19BF3E5BB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2375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BA22-DCED-6E2C-AAC8-2EAFD55C9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DAAF59-A661-0092-E349-558A10149B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3283D3-BE94-6F4B-0695-D3C0E1EC3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0A9680-7249-8C7D-17F6-8A1E3FF043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4ACE59-2153-7596-9D7D-B6F969B51B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3D7AB4-DF9E-7726-FCCE-8D61C8303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DD9B93-FDA6-9141-6151-712D1CE7A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CCA575-515F-7EF8-3425-EBDA3327F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79425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69257-CF5D-9AEF-F2A4-AB0037D80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040F15-7468-35D1-21CF-10FF6EB2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384CE0-AB20-16FF-3D91-619648498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4184D-7AC7-7E04-BDE2-9CB74118D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2916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0BE3F0-DF49-47A5-9B88-14E9529B9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D9206F-5B63-6FEA-BDA3-1BAC7ECDD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0B9CB-6657-46E0-B72F-3F6745C03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9084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F9293-968A-2808-8CF9-8E6D83E85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5EF0-6A01-5A2D-A609-1E835456C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6C2BC-0E53-DE59-C879-247FB018F1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44C222-F279-D9D6-4C10-5E2D36082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ED6F4-CEB7-0CB6-BDBC-216F8C10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F402F0-F059-71E2-1F5C-9A50B5BA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59473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9B106-D5F3-BD99-6CAE-BBD5DA74C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0BA994-FF10-E4C9-24A1-5469C71623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A642F-AD32-530D-B0B9-EEA5E4D9C8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EC9C2-6002-BB7A-EE22-614B3131D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6201E9-6E16-BC4D-5F5C-1BF3514CF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A2206-A75D-546E-BA50-6930F824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16070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20A60-5708-B6BD-74EF-4AFF906FD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A623E-52FD-D90A-9098-175DEC2B7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9A179-7872-D00D-C215-96FFA0C97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AB424-30C2-B2C2-40F6-F4A809605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7635E-F10C-ED69-2B1C-7F1BF0B20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6782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C008F4-36B8-4C05-37EC-6790037E48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A8B30E-A445-9038-F9C5-04B20533A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4D101-42E5-27DB-8FDB-E281BAF8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8B500-914B-C9A8-7D07-701819EE5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14A74-E1CC-0BF5-2EEC-E0A05A023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7264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C61968-0A38-456F-C6C9-769F2781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03001-995F-A679-4337-65E771D37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3D8CA-8CEB-5CAF-76D7-B43808B53B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6BEC26-F107-4EB2-9A30-D65761E9CBB2}" type="datetimeFigureOut">
              <a:rPr lang="en-SG" smtClean="0"/>
              <a:t>25/11/2025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412D4-D642-FA53-A9E1-F2C4320130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76801-CF12-29B3-0A40-FDEBF8ECB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1FEBA-9915-4BA2-A5D4-576CEA73B34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54239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ADAE999-C3E2-0A6C-0A4E-7701F135AB8E}"/>
              </a:ext>
            </a:extLst>
          </p:cNvPr>
          <p:cNvSpPr/>
          <p:nvPr/>
        </p:nvSpPr>
        <p:spPr>
          <a:xfrm>
            <a:off x="1367376" y="1010182"/>
            <a:ext cx="1348967" cy="2008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dirty="0" err="1">
                <a:latin typeface="Arial" panose="020B0604020202020204" pitchFamily="34" charset="0"/>
                <a:cs typeface="Arial" panose="020B0604020202020204" pitchFamily="34" charset="0"/>
              </a:rPr>
              <a:t>PFAssignment</a:t>
            </a:r>
            <a:endParaRPr lang="en-SG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B49EBB-5EF4-676A-A97B-4D7876E6CC2F}"/>
              </a:ext>
            </a:extLst>
          </p:cNvPr>
          <p:cNvSpPr>
            <a:spLocks noChangeAspect="1"/>
          </p:cNvSpPr>
          <p:nvPr/>
        </p:nvSpPr>
        <p:spPr>
          <a:xfrm>
            <a:off x="1748155" y="1992366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AB5F54-2DB0-AF62-30BA-DFEC224767B6}"/>
              </a:ext>
            </a:extLst>
          </p:cNvPr>
          <p:cNvSpPr>
            <a:spLocks noChangeAspect="1"/>
          </p:cNvSpPr>
          <p:nvPr/>
        </p:nvSpPr>
        <p:spPr>
          <a:xfrm>
            <a:off x="1748155" y="2611144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Asvariable.html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4D396C-B07F-56E9-4D8C-F840FED22E94}"/>
              </a:ext>
            </a:extLst>
          </p:cNvPr>
          <p:cNvSpPr>
            <a:spLocks noChangeAspect="1"/>
          </p:cNvSpPr>
          <p:nvPr/>
        </p:nvSpPr>
        <p:spPr>
          <a:xfrm>
            <a:off x="1748155" y="2301755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Ashtmlcss.html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BEC63BB-B6B1-4BF4-585C-3FA25F2BFB79}"/>
              </a:ext>
            </a:extLst>
          </p:cNvPr>
          <p:cNvSpPr>
            <a:spLocks noChangeAspect="1"/>
          </p:cNvSpPr>
          <p:nvPr/>
        </p:nvSpPr>
        <p:spPr>
          <a:xfrm>
            <a:off x="1748155" y="2920533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Asarithmetic.html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279CDA-E483-5585-8B3B-D5740115451B}"/>
              </a:ext>
            </a:extLst>
          </p:cNvPr>
          <p:cNvSpPr>
            <a:spLocks noChangeAspect="1"/>
          </p:cNvSpPr>
          <p:nvPr/>
        </p:nvSpPr>
        <p:spPr>
          <a:xfrm>
            <a:off x="1748154" y="3196065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Aslogical.html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CBC82E-2566-D43F-8B16-ECD3EA48EA59}"/>
              </a:ext>
            </a:extLst>
          </p:cNvPr>
          <p:cNvSpPr>
            <a:spLocks noChangeAspect="1"/>
          </p:cNvSpPr>
          <p:nvPr/>
        </p:nvSpPr>
        <p:spPr>
          <a:xfrm>
            <a:off x="1748154" y="3472558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Asarrobj.html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1ACAD7-C2E6-8F58-3AC4-A5EEB88DD653}"/>
              </a:ext>
            </a:extLst>
          </p:cNvPr>
          <p:cNvSpPr>
            <a:spLocks noChangeAspect="1"/>
          </p:cNvSpPr>
          <p:nvPr/>
        </p:nvSpPr>
        <p:spPr>
          <a:xfrm>
            <a:off x="1732529" y="3787044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Asfunction.html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F5D759-7FAC-9023-8638-367BFD0D9616}"/>
              </a:ext>
            </a:extLst>
          </p:cNvPr>
          <p:cNvSpPr>
            <a:spLocks noChangeAspect="1"/>
          </p:cNvSpPr>
          <p:nvPr/>
        </p:nvSpPr>
        <p:spPr>
          <a:xfrm>
            <a:off x="1732529" y="4107454"/>
            <a:ext cx="1260000" cy="1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Asapiaccess.html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2BCE63E-3CBE-FEDF-DBE2-EC5D2B7FA1A2}"/>
              </a:ext>
            </a:extLst>
          </p:cNvPr>
          <p:cNvSpPr>
            <a:spLocks noChangeAspect="1"/>
          </p:cNvSpPr>
          <p:nvPr/>
        </p:nvSpPr>
        <p:spPr>
          <a:xfrm>
            <a:off x="5005987" y="2020955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Asindex.css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5D89955-9770-A144-82A1-72D0555701C5}"/>
              </a:ext>
            </a:extLst>
          </p:cNvPr>
          <p:cNvSpPr>
            <a:spLocks noChangeAspect="1"/>
          </p:cNvSpPr>
          <p:nvPr/>
        </p:nvSpPr>
        <p:spPr>
          <a:xfrm>
            <a:off x="8181022" y="2003880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Asindex.js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1AECD8A-B5D0-7C2D-19F9-5A72A92009D7}"/>
              </a:ext>
            </a:extLst>
          </p:cNvPr>
          <p:cNvSpPr>
            <a:spLocks noChangeAspect="1"/>
          </p:cNvSpPr>
          <p:nvPr/>
        </p:nvSpPr>
        <p:spPr>
          <a:xfrm>
            <a:off x="8181022" y="2582922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Asvariable.js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EC618B9-81E1-B8F2-2424-8A1FA601DD3D}"/>
              </a:ext>
            </a:extLst>
          </p:cNvPr>
          <p:cNvSpPr>
            <a:spLocks noChangeAspect="1"/>
          </p:cNvSpPr>
          <p:nvPr/>
        </p:nvSpPr>
        <p:spPr>
          <a:xfrm>
            <a:off x="8181022" y="2280919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Ashtmlcss.js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DEB9B48-8A93-9640-0EBC-45D65BB26D27}"/>
              </a:ext>
            </a:extLst>
          </p:cNvPr>
          <p:cNvSpPr>
            <a:spLocks noChangeAspect="1"/>
          </p:cNvSpPr>
          <p:nvPr/>
        </p:nvSpPr>
        <p:spPr>
          <a:xfrm>
            <a:off x="5005987" y="2325847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Ashtmlcss.css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DBDBC06-04A7-4ABD-BB85-74F8306FAE7C}"/>
              </a:ext>
            </a:extLst>
          </p:cNvPr>
          <p:cNvSpPr>
            <a:spLocks noChangeAspect="1"/>
          </p:cNvSpPr>
          <p:nvPr/>
        </p:nvSpPr>
        <p:spPr>
          <a:xfrm>
            <a:off x="5013297" y="2615717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Asvariable.css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64DFDEC-F2D0-2AF4-49D0-1D8367C868FB}"/>
              </a:ext>
            </a:extLst>
          </p:cNvPr>
          <p:cNvSpPr>
            <a:spLocks noChangeAspect="1"/>
          </p:cNvSpPr>
          <p:nvPr/>
        </p:nvSpPr>
        <p:spPr>
          <a:xfrm>
            <a:off x="8181022" y="3149940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Aslogical.js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573C56F-4862-4036-9B76-A6AEB451B6C7}"/>
              </a:ext>
            </a:extLst>
          </p:cNvPr>
          <p:cNvSpPr>
            <a:spLocks noChangeAspect="1"/>
          </p:cNvSpPr>
          <p:nvPr/>
        </p:nvSpPr>
        <p:spPr>
          <a:xfrm>
            <a:off x="8181022" y="2854128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Asarithmetic.js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A334A56-F8BE-8FD8-CB2E-FD18FD91D70F}"/>
              </a:ext>
            </a:extLst>
          </p:cNvPr>
          <p:cNvSpPr>
            <a:spLocks noChangeAspect="1"/>
          </p:cNvSpPr>
          <p:nvPr/>
        </p:nvSpPr>
        <p:spPr>
          <a:xfrm>
            <a:off x="4993577" y="2905390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Asarithmetic.css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193FC31-2395-0C0E-5774-73EAB85C5FFD}"/>
              </a:ext>
            </a:extLst>
          </p:cNvPr>
          <p:cNvSpPr>
            <a:spLocks noChangeAspect="1"/>
          </p:cNvSpPr>
          <p:nvPr/>
        </p:nvSpPr>
        <p:spPr>
          <a:xfrm>
            <a:off x="5005987" y="3193525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Aslogical.css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57AD364-237A-5178-B37D-573C97B57522}"/>
              </a:ext>
            </a:extLst>
          </p:cNvPr>
          <p:cNvSpPr>
            <a:spLocks noChangeAspect="1"/>
          </p:cNvSpPr>
          <p:nvPr/>
        </p:nvSpPr>
        <p:spPr>
          <a:xfrm>
            <a:off x="8181020" y="3701809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Asfunction.js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051D00F-1687-1114-7A1B-4BD701EC9E3C}"/>
              </a:ext>
            </a:extLst>
          </p:cNvPr>
          <p:cNvSpPr>
            <a:spLocks noChangeAspect="1"/>
          </p:cNvSpPr>
          <p:nvPr/>
        </p:nvSpPr>
        <p:spPr>
          <a:xfrm>
            <a:off x="8181021" y="3414076"/>
            <a:ext cx="126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Asarrobj.js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257C485-E507-EEDC-27C9-D772080165FE}"/>
              </a:ext>
            </a:extLst>
          </p:cNvPr>
          <p:cNvSpPr>
            <a:spLocks noChangeAspect="1"/>
          </p:cNvSpPr>
          <p:nvPr/>
        </p:nvSpPr>
        <p:spPr>
          <a:xfrm>
            <a:off x="5005987" y="3435241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Asarrobj.css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AB44D6-22DF-8948-921B-442F2AB8C994}"/>
              </a:ext>
            </a:extLst>
          </p:cNvPr>
          <p:cNvSpPr>
            <a:spLocks noChangeAspect="1"/>
          </p:cNvSpPr>
          <p:nvPr/>
        </p:nvSpPr>
        <p:spPr>
          <a:xfrm>
            <a:off x="5005987" y="3711859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Asfunction.css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1B590230-28D2-4765-FCD4-B0727D8B3B12}"/>
              </a:ext>
            </a:extLst>
          </p:cNvPr>
          <p:cNvSpPr>
            <a:spLocks noChangeAspect="1"/>
          </p:cNvSpPr>
          <p:nvPr/>
        </p:nvSpPr>
        <p:spPr>
          <a:xfrm>
            <a:off x="8181019" y="3980093"/>
            <a:ext cx="1260000" cy="19752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Asapiaccess.js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66035FD-FD6C-5CBE-3259-14620492035F}"/>
              </a:ext>
            </a:extLst>
          </p:cNvPr>
          <p:cNvSpPr>
            <a:spLocks noChangeAspect="1"/>
          </p:cNvSpPr>
          <p:nvPr/>
        </p:nvSpPr>
        <p:spPr>
          <a:xfrm>
            <a:off x="5005987" y="4014119"/>
            <a:ext cx="1260000" cy="1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Asfunction.css</a:t>
            </a:r>
            <a:endParaRPr lang="en-SG" sz="1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CEFE208-5490-BD23-D6E3-AED6C75B0748}"/>
              </a:ext>
            </a:extLst>
          </p:cNvPr>
          <p:cNvSpPr/>
          <p:nvPr/>
        </p:nvSpPr>
        <p:spPr>
          <a:xfrm>
            <a:off x="1659138" y="6178541"/>
            <a:ext cx="1364583" cy="31594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Readme.md</a:t>
            </a:r>
          </a:p>
        </p:txBody>
      </p:sp>
      <p:cxnSp>
        <p:nvCxnSpPr>
          <p:cNvPr id="342" name="Connector: Elbow 341">
            <a:extLst>
              <a:ext uri="{FF2B5EF4-FFF2-40B4-BE49-F238E27FC236}">
                <a16:creationId xmlns:a16="http://schemas.microsoft.com/office/drawing/2014/main" id="{830CEBCC-9949-E0A5-0FC9-C5F050C0AC2F}"/>
              </a:ext>
            </a:extLst>
          </p:cNvPr>
          <p:cNvCxnSpPr>
            <a:cxnSpLocks/>
            <a:stCxn id="11" idx="1"/>
            <a:endCxn id="320" idx="1"/>
          </p:cNvCxnSpPr>
          <p:nvPr/>
        </p:nvCxnSpPr>
        <p:spPr>
          <a:xfrm rot="10800000" flipH="1" flipV="1">
            <a:off x="1367376" y="1110624"/>
            <a:ext cx="291762" cy="5225887"/>
          </a:xfrm>
          <a:prstGeom prst="bentConnector3">
            <a:avLst>
              <a:gd name="adj1" fmla="val -783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ectangle 349">
            <a:extLst>
              <a:ext uri="{FF2B5EF4-FFF2-40B4-BE49-F238E27FC236}">
                <a16:creationId xmlns:a16="http://schemas.microsoft.com/office/drawing/2014/main" id="{511C2A87-0E26-2489-6FE4-5B944BC8D9BD}"/>
              </a:ext>
            </a:extLst>
          </p:cNvPr>
          <p:cNvSpPr/>
          <p:nvPr/>
        </p:nvSpPr>
        <p:spPr>
          <a:xfrm>
            <a:off x="3628995" y="1315390"/>
            <a:ext cx="1364582" cy="31594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GB" sz="10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cxnSp>
        <p:nvCxnSpPr>
          <p:cNvPr id="369" name="Connector: Elbow 368">
            <a:extLst>
              <a:ext uri="{FF2B5EF4-FFF2-40B4-BE49-F238E27FC236}">
                <a16:creationId xmlns:a16="http://schemas.microsoft.com/office/drawing/2014/main" id="{B40824AF-EF9B-DA9D-9F4A-4BADD7691D85}"/>
              </a:ext>
            </a:extLst>
          </p:cNvPr>
          <p:cNvCxnSpPr>
            <a:cxnSpLocks/>
            <a:stCxn id="11" idx="1"/>
            <a:endCxn id="17" idx="1"/>
          </p:cNvCxnSpPr>
          <p:nvPr/>
        </p:nvCxnSpPr>
        <p:spPr>
          <a:xfrm rot="10800000" flipH="1" flipV="1">
            <a:off x="1367375" y="1110624"/>
            <a:ext cx="380779" cy="1590519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: Elbow 372">
            <a:extLst>
              <a:ext uri="{FF2B5EF4-FFF2-40B4-BE49-F238E27FC236}">
                <a16:creationId xmlns:a16="http://schemas.microsoft.com/office/drawing/2014/main" id="{F687C117-40C1-9429-C405-E1063FC0C80D}"/>
              </a:ext>
            </a:extLst>
          </p:cNvPr>
          <p:cNvCxnSpPr>
            <a:stCxn id="11" idx="1"/>
            <a:endCxn id="20" idx="1"/>
          </p:cNvCxnSpPr>
          <p:nvPr/>
        </p:nvCxnSpPr>
        <p:spPr>
          <a:xfrm rot="10800000" flipH="1" flipV="1">
            <a:off x="1367376" y="1110625"/>
            <a:ext cx="380778" cy="2175440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: Elbow 376">
            <a:extLst>
              <a:ext uri="{FF2B5EF4-FFF2-40B4-BE49-F238E27FC236}">
                <a16:creationId xmlns:a16="http://schemas.microsoft.com/office/drawing/2014/main" id="{38C9E2D3-6EA7-4922-CC14-78DF00DA6225}"/>
              </a:ext>
            </a:extLst>
          </p:cNvPr>
          <p:cNvCxnSpPr>
            <a:cxnSpLocks/>
            <a:stCxn id="11" idx="1"/>
            <a:endCxn id="21" idx="1"/>
          </p:cNvCxnSpPr>
          <p:nvPr/>
        </p:nvCxnSpPr>
        <p:spPr>
          <a:xfrm rot="10800000" flipH="1" flipV="1">
            <a:off x="1367376" y="1110624"/>
            <a:ext cx="380778" cy="2451933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: Elbow 378">
            <a:extLst>
              <a:ext uri="{FF2B5EF4-FFF2-40B4-BE49-F238E27FC236}">
                <a16:creationId xmlns:a16="http://schemas.microsoft.com/office/drawing/2014/main" id="{A816C2D7-3A5E-43B4-AF92-F2F935365CDE}"/>
              </a:ext>
            </a:extLst>
          </p:cNvPr>
          <p:cNvCxnSpPr>
            <a:cxnSpLocks/>
            <a:stCxn id="11" idx="1"/>
            <a:endCxn id="43" idx="1"/>
          </p:cNvCxnSpPr>
          <p:nvPr/>
        </p:nvCxnSpPr>
        <p:spPr>
          <a:xfrm rot="10800000" flipH="1" flipV="1">
            <a:off x="1367375" y="1110624"/>
            <a:ext cx="365153" cy="2766419"/>
          </a:xfrm>
          <a:prstGeom prst="bentConnector3">
            <a:avLst>
              <a:gd name="adj1" fmla="val -6260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: Elbow 380">
            <a:extLst>
              <a:ext uri="{FF2B5EF4-FFF2-40B4-BE49-F238E27FC236}">
                <a16:creationId xmlns:a16="http://schemas.microsoft.com/office/drawing/2014/main" id="{0B054573-DFA6-35C2-8009-08FC501542A3}"/>
              </a:ext>
            </a:extLst>
          </p:cNvPr>
          <p:cNvCxnSpPr>
            <a:cxnSpLocks/>
            <a:stCxn id="11" idx="1"/>
            <a:endCxn id="47" idx="1"/>
          </p:cNvCxnSpPr>
          <p:nvPr/>
        </p:nvCxnSpPr>
        <p:spPr>
          <a:xfrm rot="10800000" flipH="1" flipV="1">
            <a:off x="1367375" y="1110624"/>
            <a:ext cx="365153" cy="3086829"/>
          </a:xfrm>
          <a:prstGeom prst="bentConnector3">
            <a:avLst>
              <a:gd name="adj1" fmla="val -6260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: Elbow 391">
            <a:extLst>
              <a:ext uri="{FF2B5EF4-FFF2-40B4-BE49-F238E27FC236}">
                <a16:creationId xmlns:a16="http://schemas.microsoft.com/office/drawing/2014/main" id="{9B2E4092-018E-0F92-EF3C-743542AA3B96}"/>
              </a:ext>
            </a:extLst>
          </p:cNvPr>
          <p:cNvCxnSpPr>
            <a:cxnSpLocks/>
            <a:stCxn id="11" idx="1"/>
            <a:endCxn id="12" idx="1"/>
          </p:cNvCxnSpPr>
          <p:nvPr/>
        </p:nvCxnSpPr>
        <p:spPr>
          <a:xfrm rot="10800000" flipH="1" flipV="1">
            <a:off x="1367375" y="1110624"/>
            <a:ext cx="380779" cy="971741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: Elbow 393">
            <a:extLst>
              <a:ext uri="{FF2B5EF4-FFF2-40B4-BE49-F238E27FC236}">
                <a16:creationId xmlns:a16="http://schemas.microsoft.com/office/drawing/2014/main" id="{7DCE574F-6CFF-1D47-7985-CC798ED924F4}"/>
              </a:ext>
            </a:extLst>
          </p:cNvPr>
          <p:cNvCxnSpPr>
            <a:cxnSpLocks/>
            <a:stCxn id="11" idx="1"/>
            <a:endCxn id="19" idx="1"/>
          </p:cNvCxnSpPr>
          <p:nvPr/>
        </p:nvCxnSpPr>
        <p:spPr>
          <a:xfrm rot="10800000" flipH="1" flipV="1">
            <a:off x="1367375" y="1110625"/>
            <a:ext cx="380779" cy="1899908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: Elbow 396">
            <a:extLst>
              <a:ext uri="{FF2B5EF4-FFF2-40B4-BE49-F238E27FC236}">
                <a16:creationId xmlns:a16="http://schemas.microsoft.com/office/drawing/2014/main" id="{B5F5ACE2-5884-D102-2EDD-D8F4BF9527FD}"/>
              </a:ext>
            </a:extLst>
          </p:cNvPr>
          <p:cNvCxnSpPr>
            <a:cxnSpLocks/>
            <a:stCxn id="11" idx="1"/>
            <a:endCxn id="18" idx="1"/>
          </p:cNvCxnSpPr>
          <p:nvPr/>
        </p:nvCxnSpPr>
        <p:spPr>
          <a:xfrm rot="10800000" flipH="1" flipV="1">
            <a:off x="1367375" y="1110625"/>
            <a:ext cx="380779" cy="1281130"/>
          </a:xfrm>
          <a:prstGeom prst="bentConnector3">
            <a:avLst>
              <a:gd name="adj1" fmla="val -600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: Elbow 419">
            <a:extLst>
              <a:ext uri="{FF2B5EF4-FFF2-40B4-BE49-F238E27FC236}">
                <a16:creationId xmlns:a16="http://schemas.microsoft.com/office/drawing/2014/main" id="{DB36CEC3-FBF2-7406-7473-90D3CF465F90}"/>
              </a:ext>
            </a:extLst>
          </p:cNvPr>
          <p:cNvCxnSpPr>
            <a:cxnSpLocks/>
            <a:stCxn id="11" idx="1"/>
            <a:endCxn id="350" idx="1"/>
          </p:cNvCxnSpPr>
          <p:nvPr/>
        </p:nvCxnSpPr>
        <p:spPr>
          <a:xfrm rot="10800000" flipH="1" flipV="1">
            <a:off x="1367375" y="1110624"/>
            <a:ext cx="2261619" cy="362735"/>
          </a:xfrm>
          <a:prstGeom prst="bentConnector3">
            <a:avLst>
              <a:gd name="adj1" fmla="val -101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: Elbow 432">
            <a:extLst>
              <a:ext uri="{FF2B5EF4-FFF2-40B4-BE49-F238E27FC236}">
                <a16:creationId xmlns:a16="http://schemas.microsoft.com/office/drawing/2014/main" id="{E1FD78B4-2A25-A4B4-685E-0D71D7DD8DD8}"/>
              </a:ext>
            </a:extLst>
          </p:cNvPr>
          <p:cNvCxnSpPr>
            <a:cxnSpLocks/>
            <a:stCxn id="350" idx="2"/>
            <a:endCxn id="52" idx="1"/>
          </p:cNvCxnSpPr>
          <p:nvPr/>
        </p:nvCxnSpPr>
        <p:spPr>
          <a:xfrm rot="16200000" flipH="1">
            <a:off x="4418824" y="1523791"/>
            <a:ext cx="479625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: Elbow 434">
            <a:extLst>
              <a:ext uri="{FF2B5EF4-FFF2-40B4-BE49-F238E27FC236}">
                <a16:creationId xmlns:a16="http://schemas.microsoft.com/office/drawing/2014/main" id="{8E7D0DEA-BC1E-3F5A-7CCE-4A7FDA942954}"/>
              </a:ext>
            </a:extLst>
          </p:cNvPr>
          <p:cNvCxnSpPr>
            <a:cxnSpLocks/>
            <a:stCxn id="350" idx="2"/>
            <a:endCxn id="75" idx="1"/>
          </p:cNvCxnSpPr>
          <p:nvPr/>
        </p:nvCxnSpPr>
        <p:spPr>
          <a:xfrm rot="16200000" flipH="1">
            <a:off x="4266378" y="1676237"/>
            <a:ext cx="784517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: Elbow 436">
            <a:extLst>
              <a:ext uri="{FF2B5EF4-FFF2-40B4-BE49-F238E27FC236}">
                <a16:creationId xmlns:a16="http://schemas.microsoft.com/office/drawing/2014/main" id="{A457F561-55E6-0BCC-37FE-782F92CD6F5D}"/>
              </a:ext>
            </a:extLst>
          </p:cNvPr>
          <p:cNvCxnSpPr>
            <a:cxnSpLocks/>
            <a:stCxn id="350" idx="2"/>
            <a:endCxn id="77" idx="1"/>
          </p:cNvCxnSpPr>
          <p:nvPr/>
        </p:nvCxnSpPr>
        <p:spPr>
          <a:xfrm rot="16200000" flipH="1">
            <a:off x="4125098" y="1817517"/>
            <a:ext cx="1074387" cy="70201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: Elbow 438">
            <a:extLst>
              <a:ext uri="{FF2B5EF4-FFF2-40B4-BE49-F238E27FC236}">
                <a16:creationId xmlns:a16="http://schemas.microsoft.com/office/drawing/2014/main" id="{DD05D5D6-195D-BD22-5F6D-64C56F2BA783}"/>
              </a:ext>
            </a:extLst>
          </p:cNvPr>
          <p:cNvCxnSpPr>
            <a:cxnSpLocks/>
            <a:stCxn id="350" idx="2"/>
            <a:endCxn id="88" idx="1"/>
          </p:cNvCxnSpPr>
          <p:nvPr/>
        </p:nvCxnSpPr>
        <p:spPr>
          <a:xfrm rot="16200000" flipH="1">
            <a:off x="3970401" y="1972214"/>
            <a:ext cx="1364060" cy="6822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: Elbow 440">
            <a:extLst>
              <a:ext uri="{FF2B5EF4-FFF2-40B4-BE49-F238E27FC236}">
                <a16:creationId xmlns:a16="http://schemas.microsoft.com/office/drawing/2014/main" id="{ABBC1BD1-57F8-692D-98BB-F164978B5F20}"/>
              </a:ext>
            </a:extLst>
          </p:cNvPr>
          <p:cNvCxnSpPr>
            <a:cxnSpLocks/>
            <a:stCxn id="350" idx="2"/>
            <a:endCxn id="89" idx="1"/>
          </p:cNvCxnSpPr>
          <p:nvPr/>
        </p:nvCxnSpPr>
        <p:spPr>
          <a:xfrm rot="16200000" flipH="1">
            <a:off x="3832539" y="2110076"/>
            <a:ext cx="1652195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: Elbow 442">
            <a:extLst>
              <a:ext uri="{FF2B5EF4-FFF2-40B4-BE49-F238E27FC236}">
                <a16:creationId xmlns:a16="http://schemas.microsoft.com/office/drawing/2014/main" id="{207909E9-274C-659A-774F-E38E5D0C920A}"/>
              </a:ext>
            </a:extLst>
          </p:cNvPr>
          <p:cNvCxnSpPr>
            <a:cxnSpLocks/>
            <a:stCxn id="350" idx="2"/>
            <a:endCxn id="92" idx="1"/>
          </p:cNvCxnSpPr>
          <p:nvPr/>
        </p:nvCxnSpPr>
        <p:spPr>
          <a:xfrm rot="16200000" flipH="1">
            <a:off x="3711681" y="2230934"/>
            <a:ext cx="1893911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: Elbow 444">
            <a:extLst>
              <a:ext uri="{FF2B5EF4-FFF2-40B4-BE49-F238E27FC236}">
                <a16:creationId xmlns:a16="http://schemas.microsoft.com/office/drawing/2014/main" id="{6631B811-A84C-ABF0-96B4-F44DD26E1CF2}"/>
              </a:ext>
            </a:extLst>
          </p:cNvPr>
          <p:cNvCxnSpPr>
            <a:cxnSpLocks/>
            <a:stCxn id="350" idx="2"/>
            <a:endCxn id="93" idx="1"/>
          </p:cNvCxnSpPr>
          <p:nvPr/>
        </p:nvCxnSpPr>
        <p:spPr>
          <a:xfrm rot="16200000" flipH="1">
            <a:off x="3573372" y="2369243"/>
            <a:ext cx="2170529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: Elbow 446">
            <a:extLst>
              <a:ext uri="{FF2B5EF4-FFF2-40B4-BE49-F238E27FC236}">
                <a16:creationId xmlns:a16="http://schemas.microsoft.com/office/drawing/2014/main" id="{E8D39D95-4AD0-62B2-AE1B-FA4DD5D59538}"/>
              </a:ext>
            </a:extLst>
          </p:cNvPr>
          <p:cNvCxnSpPr>
            <a:cxnSpLocks/>
            <a:stCxn id="350" idx="2"/>
            <a:endCxn id="275" idx="1"/>
          </p:cNvCxnSpPr>
          <p:nvPr/>
        </p:nvCxnSpPr>
        <p:spPr>
          <a:xfrm rot="16200000" flipH="1">
            <a:off x="3422242" y="2520373"/>
            <a:ext cx="2472789" cy="6947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ectangle 447">
            <a:extLst>
              <a:ext uri="{FF2B5EF4-FFF2-40B4-BE49-F238E27FC236}">
                <a16:creationId xmlns:a16="http://schemas.microsoft.com/office/drawing/2014/main" id="{9D351C84-375C-7476-4B62-600E9D212F3C}"/>
              </a:ext>
            </a:extLst>
          </p:cNvPr>
          <p:cNvSpPr/>
          <p:nvPr/>
        </p:nvSpPr>
        <p:spPr>
          <a:xfrm>
            <a:off x="3648714" y="4739754"/>
            <a:ext cx="1364583" cy="31594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GB" sz="10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  <p:cxnSp>
        <p:nvCxnSpPr>
          <p:cNvPr id="452" name="Connector: Elbow 451">
            <a:extLst>
              <a:ext uri="{FF2B5EF4-FFF2-40B4-BE49-F238E27FC236}">
                <a16:creationId xmlns:a16="http://schemas.microsoft.com/office/drawing/2014/main" id="{9FF04417-CD01-D953-7751-94875D3899CC}"/>
              </a:ext>
            </a:extLst>
          </p:cNvPr>
          <p:cNvCxnSpPr>
            <a:cxnSpLocks/>
            <a:stCxn id="11" idx="1"/>
            <a:endCxn id="448" idx="1"/>
          </p:cNvCxnSpPr>
          <p:nvPr/>
        </p:nvCxnSpPr>
        <p:spPr>
          <a:xfrm rot="10800000" flipH="1" flipV="1">
            <a:off x="1367376" y="1110625"/>
            <a:ext cx="2281338" cy="3787100"/>
          </a:xfrm>
          <a:prstGeom prst="bentConnector3">
            <a:avLst>
              <a:gd name="adj1" fmla="val -100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: Elbow 478">
            <a:extLst>
              <a:ext uri="{FF2B5EF4-FFF2-40B4-BE49-F238E27FC236}">
                <a16:creationId xmlns:a16="http://schemas.microsoft.com/office/drawing/2014/main" id="{F105FCB2-2212-36E0-F767-F4EB2ACD6F2E}"/>
              </a:ext>
            </a:extLst>
          </p:cNvPr>
          <p:cNvCxnSpPr>
            <a:cxnSpLocks/>
            <a:stCxn id="448" idx="3"/>
            <a:endCxn id="53" idx="1"/>
          </p:cNvCxnSpPr>
          <p:nvPr/>
        </p:nvCxnSpPr>
        <p:spPr>
          <a:xfrm flipV="1">
            <a:off x="5013297" y="2093880"/>
            <a:ext cx="3167725" cy="28038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: Elbow 481">
            <a:extLst>
              <a:ext uri="{FF2B5EF4-FFF2-40B4-BE49-F238E27FC236}">
                <a16:creationId xmlns:a16="http://schemas.microsoft.com/office/drawing/2014/main" id="{6F5CD3FF-AEA2-484A-F851-324391379C22}"/>
              </a:ext>
            </a:extLst>
          </p:cNvPr>
          <p:cNvCxnSpPr>
            <a:cxnSpLocks/>
            <a:stCxn id="448" idx="3"/>
            <a:endCxn id="74" idx="1"/>
          </p:cNvCxnSpPr>
          <p:nvPr/>
        </p:nvCxnSpPr>
        <p:spPr>
          <a:xfrm flipV="1">
            <a:off x="5013297" y="2370919"/>
            <a:ext cx="3167725" cy="25268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: Elbow 484">
            <a:extLst>
              <a:ext uri="{FF2B5EF4-FFF2-40B4-BE49-F238E27FC236}">
                <a16:creationId xmlns:a16="http://schemas.microsoft.com/office/drawing/2014/main" id="{1C98F72F-F0C7-4D34-47BE-8E1914C938B9}"/>
              </a:ext>
            </a:extLst>
          </p:cNvPr>
          <p:cNvCxnSpPr>
            <a:cxnSpLocks/>
            <a:stCxn id="448" idx="3"/>
            <a:endCxn id="73" idx="1"/>
          </p:cNvCxnSpPr>
          <p:nvPr/>
        </p:nvCxnSpPr>
        <p:spPr>
          <a:xfrm flipV="1">
            <a:off x="5013297" y="2672922"/>
            <a:ext cx="3167725" cy="22248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: Elbow 487">
            <a:extLst>
              <a:ext uri="{FF2B5EF4-FFF2-40B4-BE49-F238E27FC236}">
                <a16:creationId xmlns:a16="http://schemas.microsoft.com/office/drawing/2014/main" id="{9D165FBC-07EF-F387-6416-F21131B4778A}"/>
              </a:ext>
            </a:extLst>
          </p:cNvPr>
          <p:cNvCxnSpPr>
            <a:cxnSpLocks/>
            <a:stCxn id="448" idx="3"/>
            <a:endCxn id="87" idx="1"/>
          </p:cNvCxnSpPr>
          <p:nvPr/>
        </p:nvCxnSpPr>
        <p:spPr>
          <a:xfrm flipV="1">
            <a:off x="5013297" y="2944128"/>
            <a:ext cx="3167725" cy="19535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: Elbow 491">
            <a:extLst>
              <a:ext uri="{FF2B5EF4-FFF2-40B4-BE49-F238E27FC236}">
                <a16:creationId xmlns:a16="http://schemas.microsoft.com/office/drawing/2014/main" id="{86B9037E-0B12-764F-1A96-C47ACCE39F44}"/>
              </a:ext>
            </a:extLst>
          </p:cNvPr>
          <p:cNvCxnSpPr>
            <a:cxnSpLocks/>
            <a:stCxn id="448" idx="3"/>
            <a:endCxn id="86" idx="1"/>
          </p:cNvCxnSpPr>
          <p:nvPr/>
        </p:nvCxnSpPr>
        <p:spPr>
          <a:xfrm flipV="1">
            <a:off x="5013297" y="3239940"/>
            <a:ext cx="3167725" cy="16577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: Elbow 495">
            <a:extLst>
              <a:ext uri="{FF2B5EF4-FFF2-40B4-BE49-F238E27FC236}">
                <a16:creationId xmlns:a16="http://schemas.microsoft.com/office/drawing/2014/main" id="{18DC45C1-A5D6-4E5A-A3A5-D825DC71B521}"/>
              </a:ext>
            </a:extLst>
          </p:cNvPr>
          <p:cNvCxnSpPr>
            <a:cxnSpLocks/>
            <a:stCxn id="448" idx="3"/>
            <a:endCxn id="91" idx="1"/>
          </p:cNvCxnSpPr>
          <p:nvPr/>
        </p:nvCxnSpPr>
        <p:spPr>
          <a:xfrm flipV="1">
            <a:off x="5013297" y="3504076"/>
            <a:ext cx="3167724" cy="13936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: Elbow 498">
            <a:extLst>
              <a:ext uri="{FF2B5EF4-FFF2-40B4-BE49-F238E27FC236}">
                <a16:creationId xmlns:a16="http://schemas.microsoft.com/office/drawing/2014/main" id="{F6E53A0D-9487-F727-962B-0C070148E044}"/>
              </a:ext>
            </a:extLst>
          </p:cNvPr>
          <p:cNvCxnSpPr>
            <a:cxnSpLocks/>
            <a:stCxn id="448" idx="3"/>
            <a:endCxn id="90" idx="1"/>
          </p:cNvCxnSpPr>
          <p:nvPr/>
        </p:nvCxnSpPr>
        <p:spPr>
          <a:xfrm flipV="1">
            <a:off x="5013297" y="3791809"/>
            <a:ext cx="3167723" cy="11059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: Elbow 501">
            <a:extLst>
              <a:ext uri="{FF2B5EF4-FFF2-40B4-BE49-F238E27FC236}">
                <a16:creationId xmlns:a16="http://schemas.microsoft.com/office/drawing/2014/main" id="{D82CE79F-A929-D07E-3BEE-4C97A71AB2DA}"/>
              </a:ext>
            </a:extLst>
          </p:cNvPr>
          <p:cNvCxnSpPr>
            <a:cxnSpLocks/>
            <a:stCxn id="448" idx="3"/>
            <a:endCxn id="274" idx="1"/>
          </p:cNvCxnSpPr>
          <p:nvPr/>
        </p:nvCxnSpPr>
        <p:spPr>
          <a:xfrm flipV="1">
            <a:off x="5013297" y="4078857"/>
            <a:ext cx="3167722" cy="8188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Rectangle 556">
            <a:extLst>
              <a:ext uri="{FF2B5EF4-FFF2-40B4-BE49-F238E27FC236}">
                <a16:creationId xmlns:a16="http://schemas.microsoft.com/office/drawing/2014/main" id="{7A8F3C9A-7312-A067-D9A7-FD45C5FAC33E}"/>
              </a:ext>
            </a:extLst>
          </p:cNvPr>
          <p:cNvSpPr/>
          <p:nvPr/>
        </p:nvSpPr>
        <p:spPr>
          <a:xfrm>
            <a:off x="1659138" y="5380163"/>
            <a:ext cx="1364583" cy="31594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/images/</a:t>
            </a:r>
          </a:p>
        </p:txBody>
      </p:sp>
      <p:sp>
        <p:nvSpPr>
          <p:cNvPr id="558" name="Rectangle 557">
            <a:extLst>
              <a:ext uri="{FF2B5EF4-FFF2-40B4-BE49-F238E27FC236}">
                <a16:creationId xmlns:a16="http://schemas.microsoft.com/office/drawing/2014/main" id="{E5AA17EC-886A-161B-9D22-32939AFF6286}"/>
              </a:ext>
            </a:extLst>
          </p:cNvPr>
          <p:cNvSpPr/>
          <p:nvPr/>
        </p:nvSpPr>
        <p:spPr>
          <a:xfrm>
            <a:off x="1367376" y="358316"/>
            <a:ext cx="3626201" cy="335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200" b="1" i="1" dirty="0">
                <a:latin typeface="Arial" panose="020B0604020202020204" pitchFamily="34" charset="0"/>
                <a:cs typeface="Arial" panose="020B0604020202020204" pitchFamily="34" charset="0"/>
              </a:rPr>
              <a:t>A Learning Journey – Full Stack Development</a:t>
            </a:r>
            <a:endParaRPr lang="en-SG" sz="12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0" name="Connector: Elbow 559">
            <a:extLst>
              <a:ext uri="{FF2B5EF4-FFF2-40B4-BE49-F238E27FC236}">
                <a16:creationId xmlns:a16="http://schemas.microsoft.com/office/drawing/2014/main" id="{D0B9D3FE-B111-ABE6-0910-CEF48EFA3695}"/>
              </a:ext>
            </a:extLst>
          </p:cNvPr>
          <p:cNvCxnSpPr>
            <a:cxnSpLocks/>
            <a:stCxn id="558" idx="1"/>
            <a:endCxn id="11" idx="0"/>
          </p:cNvCxnSpPr>
          <p:nvPr/>
        </p:nvCxnSpPr>
        <p:spPr>
          <a:xfrm rot="10800000" flipH="1" flipV="1">
            <a:off x="1367376" y="526148"/>
            <a:ext cx="674484" cy="484034"/>
          </a:xfrm>
          <a:prstGeom prst="bentConnector4">
            <a:avLst>
              <a:gd name="adj1" fmla="val -33893"/>
              <a:gd name="adj2" fmla="val 6733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: Elbow 561">
            <a:extLst>
              <a:ext uri="{FF2B5EF4-FFF2-40B4-BE49-F238E27FC236}">
                <a16:creationId xmlns:a16="http://schemas.microsoft.com/office/drawing/2014/main" id="{C99F2A9D-7743-8245-AFCC-E7A371C3F339}"/>
              </a:ext>
            </a:extLst>
          </p:cNvPr>
          <p:cNvCxnSpPr>
            <a:stCxn id="11" idx="1"/>
            <a:endCxn id="557" idx="1"/>
          </p:cNvCxnSpPr>
          <p:nvPr/>
        </p:nvCxnSpPr>
        <p:spPr>
          <a:xfrm rot="10800000" flipH="1" flipV="1">
            <a:off x="1367376" y="1110624"/>
            <a:ext cx="291762" cy="4427509"/>
          </a:xfrm>
          <a:prstGeom prst="bentConnector3">
            <a:avLst>
              <a:gd name="adj1" fmla="val -783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Oval 605">
            <a:extLst>
              <a:ext uri="{FF2B5EF4-FFF2-40B4-BE49-F238E27FC236}">
                <a16:creationId xmlns:a16="http://schemas.microsoft.com/office/drawing/2014/main" id="{2548AFF0-06F3-2E31-376C-12515BF22B23}"/>
              </a:ext>
            </a:extLst>
          </p:cNvPr>
          <p:cNvSpPr/>
          <p:nvPr/>
        </p:nvSpPr>
        <p:spPr>
          <a:xfrm>
            <a:off x="3628994" y="1926116"/>
            <a:ext cx="362736" cy="31594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en-SG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164888C2-18F5-41A2-9012-5D3F64038B68}"/>
              </a:ext>
            </a:extLst>
          </p:cNvPr>
          <p:cNvCxnSpPr>
            <a:stCxn id="606" idx="4"/>
            <a:endCxn id="18" idx="3"/>
          </p:cNvCxnSpPr>
          <p:nvPr/>
        </p:nvCxnSpPr>
        <p:spPr>
          <a:xfrm rot="5400000">
            <a:off x="3334410" y="1915802"/>
            <a:ext cx="149699" cy="8022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: Elbow 609">
            <a:extLst>
              <a:ext uri="{FF2B5EF4-FFF2-40B4-BE49-F238E27FC236}">
                <a16:creationId xmlns:a16="http://schemas.microsoft.com/office/drawing/2014/main" id="{C957D5B9-C66B-5475-4D7F-3B053342EE91}"/>
              </a:ext>
            </a:extLst>
          </p:cNvPr>
          <p:cNvCxnSpPr>
            <a:stCxn id="606" idx="4"/>
            <a:endCxn id="17" idx="3"/>
          </p:cNvCxnSpPr>
          <p:nvPr/>
        </p:nvCxnSpPr>
        <p:spPr>
          <a:xfrm rot="5400000">
            <a:off x="3179715" y="2070497"/>
            <a:ext cx="459088" cy="8022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: Elbow 611">
            <a:extLst>
              <a:ext uri="{FF2B5EF4-FFF2-40B4-BE49-F238E27FC236}">
                <a16:creationId xmlns:a16="http://schemas.microsoft.com/office/drawing/2014/main" id="{D582458B-F849-E442-0DF9-0265D5ECBD38}"/>
              </a:ext>
            </a:extLst>
          </p:cNvPr>
          <p:cNvCxnSpPr>
            <a:stCxn id="606" idx="4"/>
            <a:endCxn id="19" idx="3"/>
          </p:cNvCxnSpPr>
          <p:nvPr/>
        </p:nvCxnSpPr>
        <p:spPr>
          <a:xfrm rot="5400000">
            <a:off x="3025021" y="2225191"/>
            <a:ext cx="768477" cy="8022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: Elbow 613">
            <a:extLst>
              <a:ext uri="{FF2B5EF4-FFF2-40B4-BE49-F238E27FC236}">
                <a16:creationId xmlns:a16="http://schemas.microsoft.com/office/drawing/2014/main" id="{E6AF0C57-B3F6-7CA5-1075-ABBEC1E79E90}"/>
              </a:ext>
            </a:extLst>
          </p:cNvPr>
          <p:cNvCxnSpPr>
            <a:stCxn id="606" idx="4"/>
            <a:endCxn id="20" idx="3"/>
          </p:cNvCxnSpPr>
          <p:nvPr/>
        </p:nvCxnSpPr>
        <p:spPr>
          <a:xfrm rot="5400000">
            <a:off x="2887254" y="2362956"/>
            <a:ext cx="1044009" cy="8022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: Elbow 615">
            <a:extLst>
              <a:ext uri="{FF2B5EF4-FFF2-40B4-BE49-F238E27FC236}">
                <a16:creationId xmlns:a16="http://schemas.microsoft.com/office/drawing/2014/main" id="{FFAAD883-48F5-6C44-5F7E-AB0334A459D6}"/>
              </a:ext>
            </a:extLst>
          </p:cNvPr>
          <p:cNvCxnSpPr>
            <a:stCxn id="606" idx="4"/>
            <a:endCxn id="21" idx="3"/>
          </p:cNvCxnSpPr>
          <p:nvPr/>
        </p:nvCxnSpPr>
        <p:spPr>
          <a:xfrm rot="5400000">
            <a:off x="2749007" y="2501203"/>
            <a:ext cx="1320502" cy="8022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: Elbow 617">
            <a:extLst>
              <a:ext uri="{FF2B5EF4-FFF2-40B4-BE49-F238E27FC236}">
                <a16:creationId xmlns:a16="http://schemas.microsoft.com/office/drawing/2014/main" id="{C1AAF8F2-19E6-F9B6-20C0-42D1E6C4E26B}"/>
              </a:ext>
            </a:extLst>
          </p:cNvPr>
          <p:cNvCxnSpPr>
            <a:stCxn id="606" idx="4"/>
            <a:endCxn id="43" idx="3"/>
          </p:cNvCxnSpPr>
          <p:nvPr/>
        </p:nvCxnSpPr>
        <p:spPr>
          <a:xfrm rot="5400000">
            <a:off x="2583952" y="2650634"/>
            <a:ext cx="1634988" cy="8178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: Elbow 619">
            <a:extLst>
              <a:ext uri="{FF2B5EF4-FFF2-40B4-BE49-F238E27FC236}">
                <a16:creationId xmlns:a16="http://schemas.microsoft.com/office/drawing/2014/main" id="{47415BA8-4E05-8D33-4B82-BD5CB5B996D7}"/>
              </a:ext>
            </a:extLst>
          </p:cNvPr>
          <p:cNvCxnSpPr>
            <a:stCxn id="606" idx="4"/>
            <a:endCxn id="47" idx="3"/>
          </p:cNvCxnSpPr>
          <p:nvPr/>
        </p:nvCxnSpPr>
        <p:spPr>
          <a:xfrm rot="5400000">
            <a:off x="2423747" y="2810839"/>
            <a:ext cx="1955398" cy="8178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Arrow Connector 621">
            <a:extLst>
              <a:ext uri="{FF2B5EF4-FFF2-40B4-BE49-F238E27FC236}">
                <a16:creationId xmlns:a16="http://schemas.microsoft.com/office/drawing/2014/main" id="{8366F5C3-D496-3CB7-18CD-AC975D6A62D3}"/>
              </a:ext>
            </a:extLst>
          </p:cNvPr>
          <p:cNvCxnSpPr>
            <a:stCxn id="606" idx="2"/>
            <a:endCxn id="12" idx="3"/>
          </p:cNvCxnSpPr>
          <p:nvPr/>
        </p:nvCxnSpPr>
        <p:spPr>
          <a:xfrm flipH="1" flipV="1">
            <a:off x="3008155" y="2082366"/>
            <a:ext cx="620839" cy="1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96F0888D-1462-A3B8-C2F5-FEEA3CECE162}"/>
              </a:ext>
            </a:extLst>
          </p:cNvPr>
          <p:cNvGrpSpPr/>
          <p:nvPr/>
        </p:nvGrpSpPr>
        <p:grpSpPr>
          <a:xfrm>
            <a:off x="3529842" y="5690916"/>
            <a:ext cx="4748269" cy="548942"/>
            <a:chOff x="3525398" y="5993176"/>
            <a:chExt cx="4748269" cy="548942"/>
          </a:xfrm>
        </p:grpSpPr>
        <p:sp>
          <p:nvSpPr>
            <p:cNvPr id="637" name="Rectangle: Rounded Corners 636">
              <a:extLst>
                <a:ext uri="{FF2B5EF4-FFF2-40B4-BE49-F238E27FC236}">
                  <a16:creationId xmlns:a16="http://schemas.microsoft.com/office/drawing/2014/main" id="{07EBBFCE-057C-D690-D03D-2FFEC8CBC608}"/>
                </a:ext>
              </a:extLst>
            </p:cNvPr>
            <p:cNvSpPr/>
            <p:nvPr/>
          </p:nvSpPr>
          <p:spPr>
            <a:xfrm>
              <a:off x="3525398" y="5993176"/>
              <a:ext cx="4655621" cy="54894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2">
                  <a:lumMod val="10000"/>
                  <a:lumOff val="90000"/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36407D63-A14B-17F9-AF8B-7FBE69EB13B0}"/>
                </a:ext>
              </a:extLst>
            </p:cNvPr>
            <p:cNvSpPr/>
            <p:nvPr/>
          </p:nvSpPr>
          <p:spPr>
            <a:xfrm>
              <a:off x="3648714" y="6110900"/>
              <a:ext cx="362736" cy="31594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endParaRPr lang="en-SG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6" name="TextBox 635">
              <a:extLst>
                <a:ext uri="{FF2B5EF4-FFF2-40B4-BE49-F238E27FC236}">
                  <a16:creationId xmlns:a16="http://schemas.microsoft.com/office/drawing/2014/main" id="{DD10CB15-34E0-FE2E-5A18-33E532DCE361}"/>
                </a:ext>
              </a:extLst>
            </p:cNvPr>
            <p:cNvSpPr txBox="1"/>
            <p:nvPr/>
          </p:nvSpPr>
          <p:spPr>
            <a:xfrm>
              <a:off x="4398660" y="6091774"/>
              <a:ext cx="38750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id=“</a:t>
              </a:r>
              <a:r>
                <a:rPr lang="en-GB" dirty="0" err="1"/>
                <a:t>linkhome</a:t>
              </a:r>
              <a:r>
                <a:rPr lang="en-GB" dirty="0"/>
                <a:t>” – return to Index.html</a:t>
              </a:r>
              <a:endParaRPr lang="en-SG" dirty="0"/>
            </a:p>
          </p:txBody>
        </p:sp>
      </p:grpSp>
    </p:spTree>
    <p:extLst>
      <p:ext uri="{BB962C8B-B14F-4D97-AF65-F5344CB8AC3E}">
        <p14:creationId xmlns:p14="http://schemas.microsoft.com/office/powerpoint/2010/main" val="1129723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104</Words>
  <Application>Microsoft Office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Mitchell Lee</dc:creator>
  <cp:lastModifiedBy>Mitchell Lee</cp:lastModifiedBy>
  <cp:revision>1</cp:revision>
  <dcterms:created xsi:type="dcterms:W3CDTF">2025-11-25T06:57:08Z</dcterms:created>
  <dcterms:modified xsi:type="dcterms:W3CDTF">2025-11-25T14:49:45Z</dcterms:modified>
</cp:coreProperties>
</file>