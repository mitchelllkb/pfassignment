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8D4163-9908-42B3-8B13-30E866EF2526}" v="44" dt="2025-11-26T15:31:56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6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700C0-67A2-E48F-9AD2-453E1C67D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FD0FA-08F2-086E-FDCE-D52FC985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3F230-3130-8B6A-2F55-3B792DD3A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C26-F107-4EB2-9A30-D65761E9CBB2}" type="datetimeFigureOut">
              <a:rPr lang="en-SG" smtClean="0"/>
              <a:t>27/11/2025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F9503-42E7-0080-5028-BC8A2E2C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C1570-11FA-6C09-A46E-66B5093B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FEBA-9915-4BA2-A5D4-576CEA73B3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4057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F2399-8A11-6225-F673-990129257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ECEED-F354-C20A-F82F-0F5939F37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6BE57-8336-AB76-A4D3-67AFEEDA6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C26-F107-4EB2-9A30-D65761E9CBB2}" type="datetimeFigureOut">
              <a:rPr lang="en-SG" smtClean="0"/>
              <a:t>27/11/2025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431D1-43BD-E9BC-A126-E80B19657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C61EC-0E70-05C3-CEF7-E955FEF2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FEBA-9915-4BA2-A5D4-576CEA73B3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1202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B6988-2504-24EE-07A5-ED48CEAA9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65CEC-DF7B-B6D7-AE09-DE1955414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420E3-3DE0-FEEA-C81F-0580A6C39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C26-F107-4EB2-9A30-D65761E9CBB2}" type="datetimeFigureOut">
              <a:rPr lang="en-SG" smtClean="0"/>
              <a:t>27/11/2025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42CE3-83E7-E3F0-AA4A-78C112BE7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92D1E-EFFB-7D7E-07BD-66F6AC17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FEBA-9915-4BA2-A5D4-576CEA73B3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494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2DCAE-6C42-5AEF-82C6-639F1E0A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86B4A-F2F7-F316-85B0-D2CAE8BE8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2B092-0286-0E00-F5D5-1B19DC586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712CC-76D6-AB61-0378-A7EFBCB2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C26-F107-4EB2-9A30-D65761E9CBB2}" type="datetimeFigureOut">
              <a:rPr lang="en-SG" smtClean="0"/>
              <a:t>27/11/2025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8E942-0AA0-F664-B9C5-D0FA70FA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45F90-2384-90DF-EF88-19BF3E5B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FEBA-9915-4BA2-A5D4-576CEA73B3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375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BA22-DCED-6E2C-AAC8-2EAFD55C9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AAF59-A661-0092-E349-558A10149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283D3-BE94-6F4B-0695-D3C0E1EC3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0A9680-7249-8C7D-17F6-8A1E3FF04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4ACE59-2153-7596-9D7D-B6F969B51B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3D7AB4-DF9E-7726-FCCE-8D61C8303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C26-F107-4EB2-9A30-D65761E9CBB2}" type="datetimeFigureOut">
              <a:rPr lang="en-SG" smtClean="0"/>
              <a:t>27/11/2025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DD9B93-FDA6-9141-6151-712D1CE7A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CCA575-515F-7EF8-3425-EBDA3327F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FEBA-9915-4BA2-A5D4-576CEA73B3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9425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9257-CF5D-9AEF-F2A4-AB0037D80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040F15-7468-35D1-21CF-10FF6EB2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C26-F107-4EB2-9A30-D65761E9CBB2}" type="datetimeFigureOut">
              <a:rPr lang="en-SG" smtClean="0"/>
              <a:t>27/11/2025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84CE0-AB20-16FF-3D91-619648498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4184D-7AC7-7E04-BDE2-9CB74118D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FEBA-9915-4BA2-A5D4-576CEA73B3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2916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BE3F0-DF49-47A5-9B88-14E9529B9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C26-F107-4EB2-9A30-D65761E9CBB2}" type="datetimeFigureOut">
              <a:rPr lang="en-SG" smtClean="0"/>
              <a:t>27/11/2025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D9206F-5B63-6FEA-BDA3-1BAC7ECD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0B9CB-6657-46E0-B72F-3F6745C03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FEBA-9915-4BA2-A5D4-576CEA73B3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908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9293-968A-2808-8CF9-8E6D83E8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5EF0-6A01-5A2D-A609-1E835456C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6C2BC-0E53-DE59-C879-247FB018F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4C222-F279-D9D6-4C10-5E2D3608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C26-F107-4EB2-9A30-D65761E9CBB2}" type="datetimeFigureOut">
              <a:rPr lang="en-SG" smtClean="0"/>
              <a:t>27/11/2025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ED6F4-CEB7-0CB6-BDBC-216F8C10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402F0-F059-71E2-1F5C-9A50B5BA0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FEBA-9915-4BA2-A5D4-576CEA73B3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9473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9B106-D5F3-BD99-6CAE-BBD5DA74C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0BA994-FF10-E4C9-24A1-5469C71623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A642F-AD32-530D-B0B9-EEA5E4D9C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EC9C2-6002-BB7A-EE22-614B3131D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C26-F107-4EB2-9A30-D65761E9CBB2}" type="datetimeFigureOut">
              <a:rPr lang="en-SG" smtClean="0"/>
              <a:t>27/11/2025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201E9-6E16-BC4D-5F5C-1BF3514C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A2206-A75D-546E-BA50-6930F824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FEBA-9915-4BA2-A5D4-576CEA73B3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6070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0A60-5708-B6BD-74EF-4AFF906F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A623E-52FD-D90A-9098-175DEC2B7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9A179-7872-D00D-C215-96FFA0C9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C26-F107-4EB2-9A30-D65761E9CBB2}" type="datetimeFigureOut">
              <a:rPr lang="en-SG" smtClean="0"/>
              <a:t>27/11/2025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AB424-30C2-B2C2-40F6-F4A80960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7635E-F10C-ED69-2B1C-7F1BF0B20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FEBA-9915-4BA2-A5D4-576CEA73B3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6782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C008F4-36B8-4C05-37EC-6790037E48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8B30E-A445-9038-F9C5-04B20533A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4D101-42E5-27DB-8FDB-E281BAF8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C26-F107-4EB2-9A30-D65761E9CBB2}" type="datetimeFigureOut">
              <a:rPr lang="en-SG" smtClean="0"/>
              <a:t>27/11/2025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8B500-914B-C9A8-7D07-701819EE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14A74-E1CC-0BF5-2EEC-E0A05A023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1FEBA-9915-4BA2-A5D4-576CEA73B3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7264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C61968-0A38-456F-C6C9-769F2781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03001-995F-A679-4337-65E771D37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3D8CA-8CEB-5CAF-76D7-B43808B53B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BEC26-F107-4EB2-9A30-D65761E9CBB2}" type="datetimeFigureOut">
              <a:rPr lang="en-SG" smtClean="0"/>
              <a:t>27/11/2025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412D4-D642-FA53-A9E1-F2C4320130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76801-CF12-29B3-0A40-FDEBF8ECB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1FEBA-9915-4BA2-A5D4-576CEA73B3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54239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ADAE999-C3E2-0A6C-0A4E-7701F135AB8E}"/>
              </a:ext>
            </a:extLst>
          </p:cNvPr>
          <p:cNvSpPr/>
          <p:nvPr/>
        </p:nvSpPr>
        <p:spPr>
          <a:xfrm>
            <a:off x="1367376" y="1010182"/>
            <a:ext cx="1348967" cy="200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err="1">
                <a:latin typeface="Arial" panose="020B0604020202020204" pitchFamily="34" charset="0"/>
                <a:cs typeface="Arial" panose="020B0604020202020204" pitchFamily="34" charset="0"/>
              </a:rPr>
              <a:t>PFAssignment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B49EBB-5EF4-676A-A97B-4D7876E6CC2F}"/>
              </a:ext>
            </a:extLst>
          </p:cNvPr>
          <p:cNvSpPr>
            <a:spLocks noChangeAspect="1"/>
          </p:cNvSpPr>
          <p:nvPr/>
        </p:nvSpPr>
        <p:spPr>
          <a:xfrm>
            <a:off x="1748155" y="1992366"/>
            <a:ext cx="1260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Index.html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AB5F54-2DB0-AF62-30BA-DFEC224767B6}"/>
              </a:ext>
            </a:extLst>
          </p:cNvPr>
          <p:cNvSpPr>
            <a:spLocks noChangeAspect="1"/>
          </p:cNvSpPr>
          <p:nvPr/>
        </p:nvSpPr>
        <p:spPr>
          <a:xfrm>
            <a:off x="1748155" y="2611144"/>
            <a:ext cx="1260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Asvariable.html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4D396C-B07F-56E9-4D8C-F840FED22E94}"/>
              </a:ext>
            </a:extLst>
          </p:cNvPr>
          <p:cNvSpPr>
            <a:spLocks noChangeAspect="1"/>
          </p:cNvSpPr>
          <p:nvPr/>
        </p:nvSpPr>
        <p:spPr>
          <a:xfrm>
            <a:off x="1748155" y="2301755"/>
            <a:ext cx="1260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Ashtmlcss.html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EC63BB-B6B1-4BF4-585C-3FA25F2BFB79}"/>
              </a:ext>
            </a:extLst>
          </p:cNvPr>
          <p:cNvSpPr>
            <a:spLocks noChangeAspect="1"/>
          </p:cNvSpPr>
          <p:nvPr/>
        </p:nvSpPr>
        <p:spPr>
          <a:xfrm>
            <a:off x="1748155" y="2920533"/>
            <a:ext cx="1260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Asarithmetic.html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279CDA-E483-5585-8B3B-D5740115451B}"/>
              </a:ext>
            </a:extLst>
          </p:cNvPr>
          <p:cNvSpPr>
            <a:spLocks noChangeAspect="1"/>
          </p:cNvSpPr>
          <p:nvPr/>
        </p:nvSpPr>
        <p:spPr>
          <a:xfrm>
            <a:off x="1748154" y="3196065"/>
            <a:ext cx="1260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Aslogical.html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CBC82E-2566-D43F-8B16-ECD3EA48EA59}"/>
              </a:ext>
            </a:extLst>
          </p:cNvPr>
          <p:cNvSpPr>
            <a:spLocks noChangeAspect="1"/>
          </p:cNvSpPr>
          <p:nvPr/>
        </p:nvSpPr>
        <p:spPr>
          <a:xfrm>
            <a:off x="1748154" y="3472558"/>
            <a:ext cx="1260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Asarrobj.html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1ACAD7-C2E6-8F58-3AC4-A5EEB88DD653}"/>
              </a:ext>
            </a:extLst>
          </p:cNvPr>
          <p:cNvSpPr>
            <a:spLocks noChangeAspect="1"/>
          </p:cNvSpPr>
          <p:nvPr/>
        </p:nvSpPr>
        <p:spPr>
          <a:xfrm>
            <a:off x="1732529" y="3787044"/>
            <a:ext cx="1260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Asfunction.html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4F5D759-7FAC-9023-8638-367BFD0D9616}"/>
              </a:ext>
            </a:extLst>
          </p:cNvPr>
          <p:cNvSpPr>
            <a:spLocks noChangeAspect="1"/>
          </p:cNvSpPr>
          <p:nvPr/>
        </p:nvSpPr>
        <p:spPr>
          <a:xfrm>
            <a:off x="1732529" y="4107454"/>
            <a:ext cx="1260000" cy="18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Asapiaccess.html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2BCE63E-3CBE-FEDF-DBE2-EC5D2B7FA1A2}"/>
              </a:ext>
            </a:extLst>
          </p:cNvPr>
          <p:cNvSpPr>
            <a:spLocks noChangeAspect="1"/>
          </p:cNvSpPr>
          <p:nvPr/>
        </p:nvSpPr>
        <p:spPr>
          <a:xfrm>
            <a:off x="5005987" y="2020955"/>
            <a:ext cx="126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Asindex.css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5D89955-9770-A144-82A1-72D0555701C5}"/>
              </a:ext>
            </a:extLst>
          </p:cNvPr>
          <p:cNvSpPr>
            <a:spLocks noChangeAspect="1"/>
          </p:cNvSpPr>
          <p:nvPr/>
        </p:nvSpPr>
        <p:spPr>
          <a:xfrm>
            <a:off x="8181022" y="2003880"/>
            <a:ext cx="126000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Asindex.js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1AECD8A-B5D0-7C2D-19F9-5A72A92009D7}"/>
              </a:ext>
            </a:extLst>
          </p:cNvPr>
          <p:cNvSpPr>
            <a:spLocks noChangeAspect="1"/>
          </p:cNvSpPr>
          <p:nvPr/>
        </p:nvSpPr>
        <p:spPr>
          <a:xfrm>
            <a:off x="8181022" y="2582922"/>
            <a:ext cx="126000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Asvariable.js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EC618B9-81E1-B8F2-2424-8A1FA601DD3D}"/>
              </a:ext>
            </a:extLst>
          </p:cNvPr>
          <p:cNvSpPr>
            <a:spLocks noChangeAspect="1"/>
          </p:cNvSpPr>
          <p:nvPr/>
        </p:nvSpPr>
        <p:spPr>
          <a:xfrm>
            <a:off x="8181022" y="2280919"/>
            <a:ext cx="126000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Ashtmlcss.js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DEB9B48-8A93-9640-0EBC-45D65BB26D27}"/>
              </a:ext>
            </a:extLst>
          </p:cNvPr>
          <p:cNvSpPr>
            <a:spLocks noChangeAspect="1"/>
          </p:cNvSpPr>
          <p:nvPr/>
        </p:nvSpPr>
        <p:spPr>
          <a:xfrm>
            <a:off x="5005987" y="2325847"/>
            <a:ext cx="126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Ashtmlcss.css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DBDBC06-04A7-4ABD-BB85-74F8306FAE7C}"/>
              </a:ext>
            </a:extLst>
          </p:cNvPr>
          <p:cNvSpPr>
            <a:spLocks noChangeAspect="1"/>
          </p:cNvSpPr>
          <p:nvPr/>
        </p:nvSpPr>
        <p:spPr>
          <a:xfrm>
            <a:off x="5013297" y="2615717"/>
            <a:ext cx="126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Asvariable.css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64DFDEC-F2D0-2AF4-49D0-1D8367C868FB}"/>
              </a:ext>
            </a:extLst>
          </p:cNvPr>
          <p:cNvSpPr>
            <a:spLocks noChangeAspect="1"/>
          </p:cNvSpPr>
          <p:nvPr/>
        </p:nvSpPr>
        <p:spPr>
          <a:xfrm>
            <a:off x="8181022" y="3149940"/>
            <a:ext cx="126000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Aslogical.js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573C56F-4862-4036-9B76-A6AEB451B6C7}"/>
              </a:ext>
            </a:extLst>
          </p:cNvPr>
          <p:cNvSpPr>
            <a:spLocks noChangeAspect="1"/>
          </p:cNvSpPr>
          <p:nvPr/>
        </p:nvSpPr>
        <p:spPr>
          <a:xfrm>
            <a:off x="8181022" y="2854128"/>
            <a:ext cx="126000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Asarithmetic.js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A334A56-F8BE-8FD8-CB2E-FD18FD91D70F}"/>
              </a:ext>
            </a:extLst>
          </p:cNvPr>
          <p:cNvSpPr>
            <a:spLocks noChangeAspect="1"/>
          </p:cNvSpPr>
          <p:nvPr/>
        </p:nvSpPr>
        <p:spPr>
          <a:xfrm>
            <a:off x="4993577" y="2905390"/>
            <a:ext cx="126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Asarithmetic.css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193FC31-2395-0C0E-5774-73EAB85C5FFD}"/>
              </a:ext>
            </a:extLst>
          </p:cNvPr>
          <p:cNvSpPr>
            <a:spLocks noChangeAspect="1"/>
          </p:cNvSpPr>
          <p:nvPr/>
        </p:nvSpPr>
        <p:spPr>
          <a:xfrm>
            <a:off x="5005987" y="3193525"/>
            <a:ext cx="126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Aslogical.css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57AD364-237A-5178-B37D-573C97B57522}"/>
              </a:ext>
            </a:extLst>
          </p:cNvPr>
          <p:cNvSpPr>
            <a:spLocks noChangeAspect="1"/>
          </p:cNvSpPr>
          <p:nvPr/>
        </p:nvSpPr>
        <p:spPr>
          <a:xfrm>
            <a:off x="8181020" y="3701809"/>
            <a:ext cx="126000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Asfunction.js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051D00F-1687-1114-7A1B-4BD701EC9E3C}"/>
              </a:ext>
            </a:extLst>
          </p:cNvPr>
          <p:cNvSpPr>
            <a:spLocks noChangeAspect="1"/>
          </p:cNvSpPr>
          <p:nvPr/>
        </p:nvSpPr>
        <p:spPr>
          <a:xfrm>
            <a:off x="8181021" y="3414076"/>
            <a:ext cx="126000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Asarrobj.js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257C485-E507-EEDC-27C9-D772080165FE}"/>
              </a:ext>
            </a:extLst>
          </p:cNvPr>
          <p:cNvSpPr>
            <a:spLocks noChangeAspect="1"/>
          </p:cNvSpPr>
          <p:nvPr/>
        </p:nvSpPr>
        <p:spPr>
          <a:xfrm>
            <a:off x="5005987" y="3435241"/>
            <a:ext cx="126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Asarrobj.css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AB44D6-22DF-8948-921B-442F2AB8C994}"/>
              </a:ext>
            </a:extLst>
          </p:cNvPr>
          <p:cNvSpPr>
            <a:spLocks noChangeAspect="1"/>
          </p:cNvSpPr>
          <p:nvPr/>
        </p:nvSpPr>
        <p:spPr>
          <a:xfrm>
            <a:off x="5005987" y="3711859"/>
            <a:ext cx="126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Asfunction.css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1B590230-28D2-4765-FCD4-B0727D8B3B12}"/>
              </a:ext>
            </a:extLst>
          </p:cNvPr>
          <p:cNvSpPr>
            <a:spLocks noChangeAspect="1"/>
          </p:cNvSpPr>
          <p:nvPr/>
        </p:nvSpPr>
        <p:spPr>
          <a:xfrm>
            <a:off x="8181019" y="3980093"/>
            <a:ext cx="1260000" cy="1975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Asapiaccess.js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B66035FD-FD6C-5CBE-3259-14620492035F}"/>
              </a:ext>
            </a:extLst>
          </p:cNvPr>
          <p:cNvSpPr>
            <a:spLocks noChangeAspect="1"/>
          </p:cNvSpPr>
          <p:nvPr/>
        </p:nvSpPr>
        <p:spPr>
          <a:xfrm>
            <a:off x="5005987" y="4014119"/>
            <a:ext cx="126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Asfunction.css</a:t>
            </a:r>
            <a:endParaRPr lang="en-SG" sz="1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8CEFE208-5490-BD23-D6E3-AED6C75B0748}"/>
              </a:ext>
            </a:extLst>
          </p:cNvPr>
          <p:cNvSpPr/>
          <p:nvPr/>
        </p:nvSpPr>
        <p:spPr>
          <a:xfrm>
            <a:off x="1659138" y="6178541"/>
            <a:ext cx="1364583" cy="3159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Readme.md</a:t>
            </a:r>
          </a:p>
        </p:txBody>
      </p:sp>
      <p:cxnSp>
        <p:nvCxnSpPr>
          <p:cNvPr id="342" name="Connector: Elbow 341">
            <a:extLst>
              <a:ext uri="{FF2B5EF4-FFF2-40B4-BE49-F238E27FC236}">
                <a16:creationId xmlns:a16="http://schemas.microsoft.com/office/drawing/2014/main" id="{830CEBCC-9949-E0A5-0FC9-C5F050C0AC2F}"/>
              </a:ext>
            </a:extLst>
          </p:cNvPr>
          <p:cNvCxnSpPr>
            <a:cxnSpLocks/>
            <a:stCxn id="11" idx="1"/>
            <a:endCxn id="320" idx="1"/>
          </p:cNvCxnSpPr>
          <p:nvPr/>
        </p:nvCxnSpPr>
        <p:spPr>
          <a:xfrm rot="10800000" flipH="1" flipV="1">
            <a:off x="1367376" y="1110624"/>
            <a:ext cx="291762" cy="5225887"/>
          </a:xfrm>
          <a:prstGeom prst="bentConnector3">
            <a:avLst>
              <a:gd name="adj1" fmla="val -7835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Rectangle 349">
            <a:extLst>
              <a:ext uri="{FF2B5EF4-FFF2-40B4-BE49-F238E27FC236}">
                <a16:creationId xmlns:a16="http://schemas.microsoft.com/office/drawing/2014/main" id="{511C2A87-0E26-2489-6FE4-5B944BC8D9BD}"/>
              </a:ext>
            </a:extLst>
          </p:cNvPr>
          <p:cNvSpPr/>
          <p:nvPr/>
        </p:nvSpPr>
        <p:spPr>
          <a:xfrm>
            <a:off x="3628995" y="1315390"/>
            <a:ext cx="1364582" cy="31594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GB" sz="10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cxnSp>
        <p:nvCxnSpPr>
          <p:cNvPr id="369" name="Connector: Elbow 368">
            <a:extLst>
              <a:ext uri="{FF2B5EF4-FFF2-40B4-BE49-F238E27FC236}">
                <a16:creationId xmlns:a16="http://schemas.microsoft.com/office/drawing/2014/main" id="{B40824AF-EF9B-DA9D-9F4A-4BADD7691D85}"/>
              </a:ext>
            </a:extLst>
          </p:cNvPr>
          <p:cNvCxnSpPr>
            <a:cxnSpLocks/>
            <a:stCxn id="11" idx="1"/>
            <a:endCxn id="17" idx="1"/>
          </p:cNvCxnSpPr>
          <p:nvPr/>
        </p:nvCxnSpPr>
        <p:spPr>
          <a:xfrm rot="10800000" flipH="1" flipV="1">
            <a:off x="1367375" y="1110624"/>
            <a:ext cx="380779" cy="1590519"/>
          </a:xfrm>
          <a:prstGeom prst="bentConnector3">
            <a:avLst>
              <a:gd name="adj1" fmla="val -600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: Elbow 372">
            <a:extLst>
              <a:ext uri="{FF2B5EF4-FFF2-40B4-BE49-F238E27FC236}">
                <a16:creationId xmlns:a16="http://schemas.microsoft.com/office/drawing/2014/main" id="{F687C117-40C1-9429-C405-E1063FC0C80D}"/>
              </a:ext>
            </a:extLst>
          </p:cNvPr>
          <p:cNvCxnSpPr>
            <a:stCxn id="11" idx="1"/>
            <a:endCxn id="20" idx="1"/>
          </p:cNvCxnSpPr>
          <p:nvPr/>
        </p:nvCxnSpPr>
        <p:spPr>
          <a:xfrm rot="10800000" flipH="1" flipV="1">
            <a:off x="1367376" y="1110625"/>
            <a:ext cx="380778" cy="2175440"/>
          </a:xfrm>
          <a:prstGeom prst="bentConnector3">
            <a:avLst>
              <a:gd name="adj1" fmla="val -600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: Elbow 376">
            <a:extLst>
              <a:ext uri="{FF2B5EF4-FFF2-40B4-BE49-F238E27FC236}">
                <a16:creationId xmlns:a16="http://schemas.microsoft.com/office/drawing/2014/main" id="{38C9E2D3-6EA7-4922-CC14-78DF00DA6225}"/>
              </a:ext>
            </a:extLst>
          </p:cNvPr>
          <p:cNvCxnSpPr>
            <a:cxnSpLocks/>
            <a:stCxn id="11" idx="1"/>
            <a:endCxn id="21" idx="1"/>
          </p:cNvCxnSpPr>
          <p:nvPr/>
        </p:nvCxnSpPr>
        <p:spPr>
          <a:xfrm rot="10800000" flipH="1" flipV="1">
            <a:off x="1367376" y="1110624"/>
            <a:ext cx="380778" cy="2451933"/>
          </a:xfrm>
          <a:prstGeom prst="bentConnector3">
            <a:avLst>
              <a:gd name="adj1" fmla="val -600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: Elbow 378">
            <a:extLst>
              <a:ext uri="{FF2B5EF4-FFF2-40B4-BE49-F238E27FC236}">
                <a16:creationId xmlns:a16="http://schemas.microsoft.com/office/drawing/2014/main" id="{A816C2D7-3A5E-43B4-AF92-F2F935365CDE}"/>
              </a:ext>
            </a:extLst>
          </p:cNvPr>
          <p:cNvCxnSpPr>
            <a:cxnSpLocks/>
            <a:stCxn id="11" idx="1"/>
            <a:endCxn id="43" idx="1"/>
          </p:cNvCxnSpPr>
          <p:nvPr/>
        </p:nvCxnSpPr>
        <p:spPr>
          <a:xfrm rot="10800000" flipH="1" flipV="1">
            <a:off x="1367375" y="1110624"/>
            <a:ext cx="365153" cy="2766419"/>
          </a:xfrm>
          <a:prstGeom prst="bentConnector3">
            <a:avLst>
              <a:gd name="adj1" fmla="val -626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: Elbow 380">
            <a:extLst>
              <a:ext uri="{FF2B5EF4-FFF2-40B4-BE49-F238E27FC236}">
                <a16:creationId xmlns:a16="http://schemas.microsoft.com/office/drawing/2014/main" id="{0B054573-DFA6-35C2-8009-08FC501542A3}"/>
              </a:ext>
            </a:extLst>
          </p:cNvPr>
          <p:cNvCxnSpPr>
            <a:cxnSpLocks/>
            <a:stCxn id="11" idx="1"/>
            <a:endCxn id="47" idx="1"/>
          </p:cNvCxnSpPr>
          <p:nvPr/>
        </p:nvCxnSpPr>
        <p:spPr>
          <a:xfrm rot="10800000" flipH="1" flipV="1">
            <a:off x="1367375" y="1110624"/>
            <a:ext cx="365153" cy="3086829"/>
          </a:xfrm>
          <a:prstGeom prst="bentConnector3">
            <a:avLst>
              <a:gd name="adj1" fmla="val -626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: Elbow 391">
            <a:extLst>
              <a:ext uri="{FF2B5EF4-FFF2-40B4-BE49-F238E27FC236}">
                <a16:creationId xmlns:a16="http://schemas.microsoft.com/office/drawing/2014/main" id="{9B2E4092-018E-0F92-EF3C-743542AA3B96}"/>
              </a:ext>
            </a:extLst>
          </p:cNvPr>
          <p:cNvCxnSpPr>
            <a:cxnSpLocks/>
            <a:stCxn id="11" idx="1"/>
            <a:endCxn id="12" idx="1"/>
          </p:cNvCxnSpPr>
          <p:nvPr/>
        </p:nvCxnSpPr>
        <p:spPr>
          <a:xfrm rot="10800000" flipH="1" flipV="1">
            <a:off x="1367375" y="1110624"/>
            <a:ext cx="380779" cy="971741"/>
          </a:xfrm>
          <a:prstGeom prst="bentConnector3">
            <a:avLst>
              <a:gd name="adj1" fmla="val -600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: Elbow 393">
            <a:extLst>
              <a:ext uri="{FF2B5EF4-FFF2-40B4-BE49-F238E27FC236}">
                <a16:creationId xmlns:a16="http://schemas.microsoft.com/office/drawing/2014/main" id="{7DCE574F-6CFF-1D47-7985-CC798ED924F4}"/>
              </a:ext>
            </a:extLst>
          </p:cNvPr>
          <p:cNvCxnSpPr>
            <a:cxnSpLocks/>
            <a:stCxn id="11" idx="1"/>
            <a:endCxn id="19" idx="1"/>
          </p:cNvCxnSpPr>
          <p:nvPr/>
        </p:nvCxnSpPr>
        <p:spPr>
          <a:xfrm rot="10800000" flipH="1" flipV="1">
            <a:off x="1367375" y="1110625"/>
            <a:ext cx="380779" cy="1899908"/>
          </a:xfrm>
          <a:prstGeom prst="bentConnector3">
            <a:avLst>
              <a:gd name="adj1" fmla="val -600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: Elbow 396">
            <a:extLst>
              <a:ext uri="{FF2B5EF4-FFF2-40B4-BE49-F238E27FC236}">
                <a16:creationId xmlns:a16="http://schemas.microsoft.com/office/drawing/2014/main" id="{B5F5ACE2-5884-D102-2EDD-D8F4BF9527FD}"/>
              </a:ext>
            </a:extLst>
          </p:cNvPr>
          <p:cNvCxnSpPr>
            <a:cxnSpLocks/>
            <a:stCxn id="11" idx="1"/>
            <a:endCxn id="18" idx="1"/>
          </p:cNvCxnSpPr>
          <p:nvPr/>
        </p:nvCxnSpPr>
        <p:spPr>
          <a:xfrm rot="10800000" flipH="1" flipV="1">
            <a:off x="1367375" y="1110625"/>
            <a:ext cx="380779" cy="1281130"/>
          </a:xfrm>
          <a:prstGeom prst="bentConnector3">
            <a:avLst>
              <a:gd name="adj1" fmla="val -600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: Elbow 419">
            <a:extLst>
              <a:ext uri="{FF2B5EF4-FFF2-40B4-BE49-F238E27FC236}">
                <a16:creationId xmlns:a16="http://schemas.microsoft.com/office/drawing/2014/main" id="{DB36CEC3-FBF2-7406-7473-90D3CF465F90}"/>
              </a:ext>
            </a:extLst>
          </p:cNvPr>
          <p:cNvCxnSpPr>
            <a:cxnSpLocks/>
            <a:stCxn id="11" idx="1"/>
            <a:endCxn id="350" idx="1"/>
          </p:cNvCxnSpPr>
          <p:nvPr/>
        </p:nvCxnSpPr>
        <p:spPr>
          <a:xfrm rot="10800000" flipH="1" flipV="1">
            <a:off x="1367375" y="1110624"/>
            <a:ext cx="2261619" cy="362735"/>
          </a:xfrm>
          <a:prstGeom prst="bentConnector3">
            <a:avLst>
              <a:gd name="adj1" fmla="val -101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: Elbow 432">
            <a:extLst>
              <a:ext uri="{FF2B5EF4-FFF2-40B4-BE49-F238E27FC236}">
                <a16:creationId xmlns:a16="http://schemas.microsoft.com/office/drawing/2014/main" id="{E1FD78B4-2A25-A4B4-685E-0D71D7DD8DD8}"/>
              </a:ext>
            </a:extLst>
          </p:cNvPr>
          <p:cNvCxnSpPr>
            <a:cxnSpLocks/>
            <a:stCxn id="350" idx="2"/>
            <a:endCxn id="52" idx="1"/>
          </p:cNvCxnSpPr>
          <p:nvPr/>
        </p:nvCxnSpPr>
        <p:spPr>
          <a:xfrm rot="16200000" flipH="1">
            <a:off x="4418824" y="1523791"/>
            <a:ext cx="479625" cy="6947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: Elbow 434">
            <a:extLst>
              <a:ext uri="{FF2B5EF4-FFF2-40B4-BE49-F238E27FC236}">
                <a16:creationId xmlns:a16="http://schemas.microsoft.com/office/drawing/2014/main" id="{8E7D0DEA-BC1E-3F5A-7CCE-4A7FDA942954}"/>
              </a:ext>
            </a:extLst>
          </p:cNvPr>
          <p:cNvCxnSpPr>
            <a:cxnSpLocks/>
            <a:stCxn id="350" idx="2"/>
            <a:endCxn id="75" idx="1"/>
          </p:cNvCxnSpPr>
          <p:nvPr/>
        </p:nvCxnSpPr>
        <p:spPr>
          <a:xfrm rot="16200000" flipH="1">
            <a:off x="4266378" y="1676237"/>
            <a:ext cx="784517" cy="6947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: Elbow 436">
            <a:extLst>
              <a:ext uri="{FF2B5EF4-FFF2-40B4-BE49-F238E27FC236}">
                <a16:creationId xmlns:a16="http://schemas.microsoft.com/office/drawing/2014/main" id="{A457F561-55E6-0BCC-37FE-782F92CD6F5D}"/>
              </a:ext>
            </a:extLst>
          </p:cNvPr>
          <p:cNvCxnSpPr>
            <a:cxnSpLocks/>
            <a:stCxn id="350" idx="2"/>
            <a:endCxn id="77" idx="1"/>
          </p:cNvCxnSpPr>
          <p:nvPr/>
        </p:nvCxnSpPr>
        <p:spPr>
          <a:xfrm rot="16200000" flipH="1">
            <a:off x="4125098" y="1817517"/>
            <a:ext cx="1074387" cy="7020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: Elbow 438">
            <a:extLst>
              <a:ext uri="{FF2B5EF4-FFF2-40B4-BE49-F238E27FC236}">
                <a16:creationId xmlns:a16="http://schemas.microsoft.com/office/drawing/2014/main" id="{DD05D5D6-195D-BD22-5F6D-64C56F2BA783}"/>
              </a:ext>
            </a:extLst>
          </p:cNvPr>
          <p:cNvCxnSpPr>
            <a:cxnSpLocks/>
            <a:stCxn id="350" idx="2"/>
            <a:endCxn id="88" idx="1"/>
          </p:cNvCxnSpPr>
          <p:nvPr/>
        </p:nvCxnSpPr>
        <p:spPr>
          <a:xfrm rot="16200000" flipH="1">
            <a:off x="3970401" y="1972214"/>
            <a:ext cx="1364060" cy="6822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: Elbow 440">
            <a:extLst>
              <a:ext uri="{FF2B5EF4-FFF2-40B4-BE49-F238E27FC236}">
                <a16:creationId xmlns:a16="http://schemas.microsoft.com/office/drawing/2014/main" id="{ABBC1BD1-57F8-692D-98BB-F164978B5F20}"/>
              </a:ext>
            </a:extLst>
          </p:cNvPr>
          <p:cNvCxnSpPr>
            <a:cxnSpLocks/>
            <a:stCxn id="350" idx="2"/>
            <a:endCxn id="89" idx="1"/>
          </p:cNvCxnSpPr>
          <p:nvPr/>
        </p:nvCxnSpPr>
        <p:spPr>
          <a:xfrm rot="16200000" flipH="1">
            <a:off x="3832539" y="2110076"/>
            <a:ext cx="1652195" cy="6947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: Elbow 442">
            <a:extLst>
              <a:ext uri="{FF2B5EF4-FFF2-40B4-BE49-F238E27FC236}">
                <a16:creationId xmlns:a16="http://schemas.microsoft.com/office/drawing/2014/main" id="{207909E9-274C-659A-774F-E38E5D0C920A}"/>
              </a:ext>
            </a:extLst>
          </p:cNvPr>
          <p:cNvCxnSpPr>
            <a:cxnSpLocks/>
            <a:stCxn id="350" idx="2"/>
            <a:endCxn id="92" idx="1"/>
          </p:cNvCxnSpPr>
          <p:nvPr/>
        </p:nvCxnSpPr>
        <p:spPr>
          <a:xfrm rot="16200000" flipH="1">
            <a:off x="3711681" y="2230934"/>
            <a:ext cx="1893911" cy="6947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: Elbow 444">
            <a:extLst>
              <a:ext uri="{FF2B5EF4-FFF2-40B4-BE49-F238E27FC236}">
                <a16:creationId xmlns:a16="http://schemas.microsoft.com/office/drawing/2014/main" id="{6631B811-A84C-ABF0-96B4-F44DD26E1CF2}"/>
              </a:ext>
            </a:extLst>
          </p:cNvPr>
          <p:cNvCxnSpPr>
            <a:cxnSpLocks/>
            <a:stCxn id="350" idx="2"/>
            <a:endCxn id="93" idx="1"/>
          </p:cNvCxnSpPr>
          <p:nvPr/>
        </p:nvCxnSpPr>
        <p:spPr>
          <a:xfrm rot="16200000" flipH="1">
            <a:off x="3573372" y="2369243"/>
            <a:ext cx="2170529" cy="6947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: Elbow 446">
            <a:extLst>
              <a:ext uri="{FF2B5EF4-FFF2-40B4-BE49-F238E27FC236}">
                <a16:creationId xmlns:a16="http://schemas.microsoft.com/office/drawing/2014/main" id="{E8D39D95-4AD0-62B2-AE1B-FA4DD5D59538}"/>
              </a:ext>
            </a:extLst>
          </p:cNvPr>
          <p:cNvCxnSpPr>
            <a:cxnSpLocks/>
            <a:stCxn id="350" idx="2"/>
            <a:endCxn id="275" idx="1"/>
          </p:cNvCxnSpPr>
          <p:nvPr/>
        </p:nvCxnSpPr>
        <p:spPr>
          <a:xfrm rot="16200000" flipH="1">
            <a:off x="3422242" y="2520373"/>
            <a:ext cx="2472789" cy="6947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8" name="Rectangle 447">
            <a:extLst>
              <a:ext uri="{FF2B5EF4-FFF2-40B4-BE49-F238E27FC236}">
                <a16:creationId xmlns:a16="http://schemas.microsoft.com/office/drawing/2014/main" id="{9D351C84-375C-7476-4B62-600E9D212F3C}"/>
              </a:ext>
            </a:extLst>
          </p:cNvPr>
          <p:cNvSpPr/>
          <p:nvPr/>
        </p:nvSpPr>
        <p:spPr>
          <a:xfrm>
            <a:off x="3648714" y="4739754"/>
            <a:ext cx="1364583" cy="3159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GB" sz="10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cxnSp>
        <p:nvCxnSpPr>
          <p:cNvPr id="452" name="Connector: Elbow 451">
            <a:extLst>
              <a:ext uri="{FF2B5EF4-FFF2-40B4-BE49-F238E27FC236}">
                <a16:creationId xmlns:a16="http://schemas.microsoft.com/office/drawing/2014/main" id="{9FF04417-CD01-D953-7751-94875D3899CC}"/>
              </a:ext>
            </a:extLst>
          </p:cNvPr>
          <p:cNvCxnSpPr>
            <a:cxnSpLocks/>
            <a:stCxn id="11" idx="1"/>
            <a:endCxn id="448" idx="1"/>
          </p:cNvCxnSpPr>
          <p:nvPr/>
        </p:nvCxnSpPr>
        <p:spPr>
          <a:xfrm rot="10800000" flipH="1" flipV="1">
            <a:off x="1367376" y="1110625"/>
            <a:ext cx="2281338" cy="3787100"/>
          </a:xfrm>
          <a:prstGeom prst="bentConnector3">
            <a:avLst>
              <a:gd name="adj1" fmla="val -1002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: Elbow 478">
            <a:extLst>
              <a:ext uri="{FF2B5EF4-FFF2-40B4-BE49-F238E27FC236}">
                <a16:creationId xmlns:a16="http://schemas.microsoft.com/office/drawing/2014/main" id="{F105FCB2-2212-36E0-F767-F4EB2ACD6F2E}"/>
              </a:ext>
            </a:extLst>
          </p:cNvPr>
          <p:cNvCxnSpPr>
            <a:cxnSpLocks/>
            <a:stCxn id="448" idx="3"/>
            <a:endCxn id="53" idx="1"/>
          </p:cNvCxnSpPr>
          <p:nvPr/>
        </p:nvCxnSpPr>
        <p:spPr>
          <a:xfrm flipV="1">
            <a:off x="5013297" y="2093880"/>
            <a:ext cx="3167725" cy="28038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: Elbow 481">
            <a:extLst>
              <a:ext uri="{FF2B5EF4-FFF2-40B4-BE49-F238E27FC236}">
                <a16:creationId xmlns:a16="http://schemas.microsoft.com/office/drawing/2014/main" id="{6F5CD3FF-AEA2-484A-F851-324391379C22}"/>
              </a:ext>
            </a:extLst>
          </p:cNvPr>
          <p:cNvCxnSpPr>
            <a:cxnSpLocks/>
            <a:stCxn id="448" idx="3"/>
            <a:endCxn id="74" idx="1"/>
          </p:cNvCxnSpPr>
          <p:nvPr/>
        </p:nvCxnSpPr>
        <p:spPr>
          <a:xfrm flipV="1">
            <a:off x="5013297" y="2370919"/>
            <a:ext cx="3167725" cy="25268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: Elbow 484">
            <a:extLst>
              <a:ext uri="{FF2B5EF4-FFF2-40B4-BE49-F238E27FC236}">
                <a16:creationId xmlns:a16="http://schemas.microsoft.com/office/drawing/2014/main" id="{1C98F72F-F0C7-4D34-47BE-8E1914C938B9}"/>
              </a:ext>
            </a:extLst>
          </p:cNvPr>
          <p:cNvCxnSpPr>
            <a:cxnSpLocks/>
            <a:stCxn id="448" idx="3"/>
            <a:endCxn id="73" idx="1"/>
          </p:cNvCxnSpPr>
          <p:nvPr/>
        </p:nvCxnSpPr>
        <p:spPr>
          <a:xfrm flipV="1">
            <a:off x="5013297" y="2672922"/>
            <a:ext cx="3167725" cy="22248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: Elbow 487">
            <a:extLst>
              <a:ext uri="{FF2B5EF4-FFF2-40B4-BE49-F238E27FC236}">
                <a16:creationId xmlns:a16="http://schemas.microsoft.com/office/drawing/2014/main" id="{9D165FBC-07EF-F387-6416-F21131B4778A}"/>
              </a:ext>
            </a:extLst>
          </p:cNvPr>
          <p:cNvCxnSpPr>
            <a:cxnSpLocks/>
            <a:stCxn id="448" idx="3"/>
            <a:endCxn id="87" idx="1"/>
          </p:cNvCxnSpPr>
          <p:nvPr/>
        </p:nvCxnSpPr>
        <p:spPr>
          <a:xfrm flipV="1">
            <a:off x="5013297" y="2944128"/>
            <a:ext cx="3167725" cy="19535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: Elbow 491">
            <a:extLst>
              <a:ext uri="{FF2B5EF4-FFF2-40B4-BE49-F238E27FC236}">
                <a16:creationId xmlns:a16="http://schemas.microsoft.com/office/drawing/2014/main" id="{86B9037E-0B12-764F-1A96-C47ACCE39F44}"/>
              </a:ext>
            </a:extLst>
          </p:cNvPr>
          <p:cNvCxnSpPr>
            <a:cxnSpLocks/>
            <a:stCxn id="448" idx="3"/>
            <a:endCxn id="86" idx="1"/>
          </p:cNvCxnSpPr>
          <p:nvPr/>
        </p:nvCxnSpPr>
        <p:spPr>
          <a:xfrm flipV="1">
            <a:off x="5013297" y="3239940"/>
            <a:ext cx="3167725" cy="16577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: Elbow 495">
            <a:extLst>
              <a:ext uri="{FF2B5EF4-FFF2-40B4-BE49-F238E27FC236}">
                <a16:creationId xmlns:a16="http://schemas.microsoft.com/office/drawing/2014/main" id="{18DC45C1-A5D6-4E5A-A3A5-D825DC71B521}"/>
              </a:ext>
            </a:extLst>
          </p:cNvPr>
          <p:cNvCxnSpPr>
            <a:cxnSpLocks/>
            <a:stCxn id="448" idx="3"/>
            <a:endCxn id="91" idx="1"/>
          </p:cNvCxnSpPr>
          <p:nvPr/>
        </p:nvCxnSpPr>
        <p:spPr>
          <a:xfrm flipV="1">
            <a:off x="5013297" y="3504076"/>
            <a:ext cx="3167724" cy="13936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: Elbow 498">
            <a:extLst>
              <a:ext uri="{FF2B5EF4-FFF2-40B4-BE49-F238E27FC236}">
                <a16:creationId xmlns:a16="http://schemas.microsoft.com/office/drawing/2014/main" id="{F6E53A0D-9487-F727-962B-0C070148E044}"/>
              </a:ext>
            </a:extLst>
          </p:cNvPr>
          <p:cNvCxnSpPr>
            <a:cxnSpLocks/>
            <a:stCxn id="448" idx="3"/>
            <a:endCxn id="90" idx="1"/>
          </p:cNvCxnSpPr>
          <p:nvPr/>
        </p:nvCxnSpPr>
        <p:spPr>
          <a:xfrm flipV="1">
            <a:off x="5013297" y="3791809"/>
            <a:ext cx="3167723" cy="11059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: Elbow 501">
            <a:extLst>
              <a:ext uri="{FF2B5EF4-FFF2-40B4-BE49-F238E27FC236}">
                <a16:creationId xmlns:a16="http://schemas.microsoft.com/office/drawing/2014/main" id="{D82CE79F-A929-D07E-3BEE-4C97A71AB2DA}"/>
              </a:ext>
            </a:extLst>
          </p:cNvPr>
          <p:cNvCxnSpPr>
            <a:cxnSpLocks/>
            <a:stCxn id="448" idx="3"/>
            <a:endCxn id="274" idx="1"/>
          </p:cNvCxnSpPr>
          <p:nvPr/>
        </p:nvCxnSpPr>
        <p:spPr>
          <a:xfrm flipV="1">
            <a:off x="5013297" y="4078857"/>
            <a:ext cx="3167722" cy="8188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>
            <a:extLst>
              <a:ext uri="{FF2B5EF4-FFF2-40B4-BE49-F238E27FC236}">
                <a16:creationId xmlns:a16="http://schemas.microsoft.com/office/drawing/2014/main" id="{7A8F3C9A-7312-A067-D9A7-FD45C5FAC33E}"/>
              </a:ext>
            </a:extLst>
          </p:cNvPr>
          <p:cNvSpPr/>
          <p:nvPr/>
        </p:nvSpPr>
        <p:spPr>
          <a:xfrm>
            <a:off x="1659138" y="5380163"/>
            <a:ext cx="1364583" cy="31594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/images/</a:t>
            </a: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E5AA17EC-886A-161B-9D22-32939AFF6286}"/>
              </a:ext>
            </a:extLst>
          </p:cNvPr>
          <p:cNvSpPr/>
          <p:nvPr/>
        </p:nvSpPr>
        <p:spPr>
          <a:xfrm>
            <a:off x="1367376" y="358316"/>
            <a:ext cx="3626201" cy="335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A Learning Journey – Full Stack Development</a:t>
            </a:r>
            <a:endParaRPr lang="en-SG" sz="1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0" name="Connector: Elbow 559">
            <a:extLst>
              <a:ext uri="{FF2B5EF4-FFF2-40B4-BE49-F238E27FC236}">
                <a16:creationId xmlns:a16="http://schemas.microsoft.com/office/drawing/2014/main" id="{D0B9D3FE-B111-ABE6-0910-CEF48EFA3695}"/>
              </a:ext>
            </a:extLst>
          </p:cNvPr>
          <p:cNvCxnSpPr>
            <a:cxnSpLocks/>
            <a:stCxn id="558" idx="1"/>
            <a:endCxn id="11" idx="0"/>
          </p:cNvCxnSpPr>
          <p:nvPr/>
        </p:nvCxnSpPr>
        <p:spPr>
          <a:xfrm rot="10800000" flipH="1" flipV="1">
            <a:off x="1367376" y="526148"/>
            <a:ext cx="674484" cy="484034"/>
          </a:xfrm>
          <a:prstGeom prst="bentConnector4">
            <a:avLst>
              <a:gd name="adj1" fmla="val -33893"/>
              <a:gd name="adj2" fmla="val 6733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: Elbow 561">
            <a:extLst>
              <a:ext uri="{FF2B5EF4-FFF2-40B4-BE49-F238E27FC236}">
                <a16:creationId xmlns:a16="http://schemas.microsoft.com/office/drawing/2014/main" id="{C99F2A9D-7743-8245-AFCC-E7A371C3F339}"/>
              </a:ext>
            </a:extLst>
          </p:cNvPr>
          <p:cNvCxnSpPr>
            <a:stCxn id="11" idx="1"/>
            <a:endCxn id="557" idx="1"/>
          </p:cNvCxnSpPr>
          <p:nvPr/>
        </p:nvCxnSpPr>
        <p:spPr>
          <a:xfrm rot="10800000" flipH="1" flipV="1">
            <a:off x="1367376" y="1110624"/>
            <a:ext cx="291762" cy="4427509"/>
          </a:xfrm>
          <a:prstGeom prst="bentConnector3">
            <a:avLst>
              <a:gd name="adj1" fmla="val -7835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Oval 605">
            <a:extLst>
              <a:ext uri="{FF2B5EF4-FFF2-40B4-BE49-F238E27FC236}">
                <a16:creationId xmlns:a16="http://schemas.microsoft.com/office/drawing/2014/main" id="{2548AFF0-06F3-2E31-376C-12515BF22B23}"/>
              </a:ext>
            </a:extLst>
          </p:cNvPr>
          <p:cNvSpPr/>
          <p:nvPr/>
        </p:nvSpPr>
        <p:spPr>
          <a:xfrm>
            <a:off x="3628994" y="1926116"/>
            <a:ext cx="362736" cy="31594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en-SG" sz="1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8" name="Connector: Elbow 607">
            <a:extLst>
              <a:ext uri="{FF2B5EF4-FFF2-40B4-BE49-F238E27FC236}">
                <a16:creationId xmlns:a16="http://schemas.microsoft.com/office/drawing/2014/main" id="{164888C2-18F5-41A2-9012-5D3F64038B68}"/>
              </a:ext>
            </a:extLst>
          </p:cNvPr>
          <p:cNvCxnSpPr>
            <a:stCxn id="606" idx="4"/>
            <a:endCxn id="18" idx="3"/>
          </p:cNvCxnSpPr>
          <p:nvPr/>
        </p:nvCxnSpPr>
        <p:spPr>
          <a:xfrm rot="5400000">
            <a:off x="3334410" y="1915802"/>
            <a:ext cx="149699" cy="8022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: Elbow 609">
            <a:extLst>
              <a:ext uri="{FF2B5EF4-FFF2-40B4-BE49-F238E27FC236}">
                <a16:creationId xmlns:a16="http://schemas.microsoft.com/office/drawing/2014/main" id="{C957D5B9-C66B-5475-4D7F-3B053342EE91}"/>
              </a:ext>
            </a:extLst>
          </p:cNvPr>
          <p:cNvCxnSpPr>
            <a:stCxn id="606" idx="4"/>
            <a:endCxn id="17" idx="3"/>
          </p:cNvCxnSpPr>
          <p:nvPr/>
        </p:nvCxnSpPr>
        <p:spPr>
          <a:xfrm rot="5400000">
            <a:off x="3179715" y="2070497"/>
            <a:ext cx="459088" cy="8022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: Elbow 611">
            <a:extLst>
              <a:ext uri="{FF2B5EF4-FFF2-40B4-BE49-F238E27FC236}">
                <a16:creationId xmlns:a16="http://schemas.microsoft.com/office/drawing/2014/main" id="{D582458B-F849-E442-0DF9-0265D5ECBD38}"/>
              </a:ext>
            </a:extLst>
          </p:cNvPr>
          <p:cNvCxnSpPr>
            <a:stCxn id="606" idx="4"/>
            <a:endCxn id="19" idx="3"/>
          </p:cNvCxnSpPr>
          <p:nvPr/>
        </p:nvCxnSpPr>
        <p:spPr>
          <a:xfrm rot="5400000">
            <a:off x="3025021" y="2225191"/>
            <a:ext cx="768477" cy="8022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: Elbow 613">
            <a:extLst>
              <a:ext uri="{FF2B5EF4-FFF2-40B4-BE49-F238E27FC236}">
                <a16:creationId xmlns:a16="http://schemas.microsoft.com/office/drawing/2014/main" id="{E6AF0C57-B3F6-7CA5-1075-ABBEC1E79E90}"/>
              </a:ext>
            </a:extLst>
          </p:cNvPr>
          <p:cNvCxnSpPr>
            <a:stCxn id="606" idx="4"/>
            <a:endCxn id="20" idx="3"/>
          </p:cNvCxnSpPr>
          <p:nvPr/>
        </p:nvCxnSpPr>
        <p:spPr>
          <a:xfrm rot="5400000">
            <a:off x="2887254" y="2362956"/>
            <a:ext cx="1044009" cy="8022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: Elbow 615">
            <a:extLst>
              <a:ext uri="{FF2B5EF4-FFF2-40B4-BE49-F238E27FC236}">
                <a16:creationId xmlns:a16="http://schemas.microsoft.com/office/drawing/2014/main" id="{FFAAD883-48F5-6C44-5F7E-AB0334A459D6}"/>
              </a:ext>
            </a:extLst>
          </p:cNvPr>
          <p:cNvCxnSpPr>
            <a:stCxn id="606" idx="4"/>
            <a:endCxn id="21" idx="3"/>
          </p:cNvCxnSpPr>
          <p:nvPr/>
        </p:nvCxnSpPr>
        <p:spPr>
          <a:xfrm rot="5400000">
            <a:off x="2749007" y="2501203"/>
            <a:ext cx="1320502" cy="8022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: Elbow 617">
            <a:extLst>
              <a:ext uri="{FF2B5EF4-FFF2-40B4-BE49-F238E27FC236}">
                <a16:creationId xmlns:a16="http://schemas.microsoft.com/office/drawing/2014/main" id="{C1AAF8F2-19E6-F9B6-20C0-42D1E6C4E26B}"/>
              </a:ext>
            </a:extLst>
          </p:cNvPr>
          <p:cNvCxnSpPr>
            <a:stCxn id="606" idx="4"/>
            <a:endCxn id="43" idx="3"/>
          </p:cNvCxnSpPr>
          <p:nvPr/>
        </p:nvCxnSpPr>
        <p:spPr>
          <a:xfrm rot="5400000">
            <a:off x="2583952" y="2650634"/>
            <a:ext cx="1634988" cy="8178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: Elbow 619">
            <a:extLst>
              <a:ext uri="{FF2B5EF4-FFF2-40B4-BE49-F238E27FC236}">
                <a16:creationId xmlns:a16="http://schemas.microsoft.com/office/drawing/2014/main" id="{47415BA8-4E05-8D33-4B82-BD5CB5B996D7}"/>
              </a:ext>
            </a:extLst>
          </p:cNvPr>
          <p:cNvCxnSpPr>
            <a:stCxn id="606" idx="4"/>
            <a:endCxn id="47" idx="3"/>
          </p:cNvCxnSpPr>
          <p:nvPr/>
        </p:nvCxnSpPr>
        <p:spPr>
          <a:xfrm rot="5400000">
            <a:off x="2423747" y="2810839"/>
            <a:ext cx="1955398" cy="8178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Arrow Connector 621">
            <a:extLst>
              <a:ext uri="{FF2B5EF4-FFF2-40B4-BE49-F238E27FC236}">
                <a16:creationId xmlns:a16="http://schemas.microsoft.com/office/drawing/2014/main" id="{8366F5C3-D496-3CB7-18CD-AC975D6A62D3}"/>
              </a:ext>
            </a:extLst>
          </p:cNvPr>
          <p:cNvCxnSpPr>
            <a:stCxn id="606" idx="2"/>
            <a:endCxn id="12" idx="3"/>
          </p:cNvCxnSpPr>
          <p:nvPr/>
        </p:nvCxnSpPr>
        <p:spPr>
          <a:xfrm flipH="1" flipV="1">
            <a:off x="3008155" y="2082366"/>
            <a:ext cx="620839" cy="1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9" name="Group 638">
            <a:extLst>
              <a:ext uri="{FF2B5EF4-FFF2-40B4-BE49-F238E27FC236}">
                <a16:creationId xmlns:a16="http://schemas.microsoft.com/office/drawing/2014/main" id="{96F0888D-1462-A3B8-C2F5-FEEA3CECE162}"/>
              </a:ext>
            </a:extLst>
          </p:cNvPr>
          <p:cNvGrpSpPr/>
          <p:nvPr/>
        </p:nvGrpSpPr>
        <p:grpSpPr>
          <a:xfrm>
            <a:off x="3529842" y="5690916"/>
            <a:ext cx="4748269" cy="548942"/>
            <a:chOff x="3525398" y="5993176"/>
            <a:chExt cx="4748269" cy="548942"/>
          </a:xfrm>
        </p:grpSpPr>
        <p:sp>
          <p:nvSpPr>
            <p:cNvPr id="637" name="Rectangle: Rounded Corners 636">
              <a:extLst>
                <a:ext uri="{FF2B5EF4-FFF2-40B4-BE49-F238E27FC236}">
                  <a16:creationId xmlns:a16="http://schemas.microsoft.com/office/drawing/2014/main" id="{07EBBFCE-057C-D690-D03D-2FFEC8CBC608}"/>
                </a:ext>
              </a:extLst>
            </p:cNvPr>
            <p:cNvSpPr/>
            <p:nvPr/>
          </p:nvSpPr>
          <p:spPr>
            <a:xfrm>
              <a:off x="3525398" y="5993176"/>
              <a:ext cx="4655621" cy="54894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2">
                  <a:lumMod val="10000"/>
                  <a:lumOff val="9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36407D63-A14B-17F9-AF8B-7FBE69EB13B0}"/>
                </a:ext>
              </a:extLst>
            </p:cNvPr>
            <p:cNvSpPr/>
            <p:nvPr/>
          </p:nvSpPr>
          <p:spPr>
            <a:xfrm>
              <a:off x="3648714" y="6110900"/>
              <a:ext cx="362736" cy="31594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endParaRPr lang="en-SG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6" name="TextBox 635">
              <a:extLst>
                <a:ext uri="{FF2B5EF4-FFF2-40B4-BE49-F238E27FC236}">
                  <a16:creationId xmlns:a16="http://schemas.microsoft.com/office/drawing/2014/main" id="{DD10CB15-34E0-FE2E-5A18-33E532DCE361}"/>
                </a:ext>
              </a:extLst>
            </p:cNvPr>
            <p:cNvSpPr txBox="1"/>
            <p:nvPr/>
          </p:nvSpPr>
          <p:spPr>
            <a:xfrm>
              <a:off x="4398660" y="6091774"/>
              <a:ext cx="38750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id=“</a:t>
              </a:r>
              <a:r>
                <a:rPr lang="en-GB" dirty="0" err="1"/>
                <a:t>linkhome</a:t>
              </a:r>
              <a:r>
                <a:rPr lang="en-GB" dirty="0"/>
                <a:t>” – return to Index.html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1129723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974C64-0002-416C-E783-B07C00D57EB2}"/>
              </a:ext>
            </a:extLst>
          </p:cNvPr>
          <p:cNvSpPr/>
          <p:nvPr/>
        </p:nvSpPr>
        <p:spPr>
          <a:xfrm>
            <a:off x="1254358" y="902903"/>
            <a:ext cx="20193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Country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D9C12-8F8E-250A-94FA-F7A6A56B0FBF}"/>
              </a:ext>
            </a:extLst>
          </p:cNvPr>
          <p:cNvSpPr/>
          <p:nvPr/>
        </p:nvSpPr>
        <p:spPr>
          <a:xfrm>
            <a:off x="2916922" y="3632997"/>
            <a:ext cx="20193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Capital [array]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96929E-5119-04E0-D708-628ECE1944F8}"/>
              </a:ext>
            </a:extLst>
          </p:cNvPr>
          <p:cNvSpPr/>
          <p:nvPr/>
        </p:nvSpPr>
        <p:spPr>
          <a:xfrm>
            <a:off x="2916922" y="4584497"/>
            <a:ext cx="20193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Latlng</a:t>
            </a:r>
            <a:r>
              <a:rPr lang="en-GB" dirty="0"/>
              <a:t> [array]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48C4F1-814C-060E-91D8-F3373CD3AE46}"/>
              </a:ext>
            </a:extLst>
          </p:cNvPr>
          <p:cNvSpPr/>
          <p:nvPr/>
        </p:nvSpPr>
        <p:spPr>
          <a:xfrm>
            <a:off x="2916922" y="5535997"/>
            <a:ext cx="20193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flag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E94584-AC46-9253-69C5-DA1DADAA46F4}"/>
              </a:ext>
            </a:extLst>
          </p:cNvPr>
          <p:cNvSpPr/>
          <p:nvPr/>
        </p:nvSpPr>
        <p:spPr>
          <a:xfrm>
            <a:off x="5676216" y="2941057"/>
            <a:ext cx="2019300" cy="4016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common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2E63B1-185F-B734-2B94-1CFE2B569716}"/>
              </a:ext>
            </a:extLst>
          </p:cNvPr>
          <p:cNvSpPr/>
          <p:nvPr/>
        </p:nvSpPr>
        <p:spPr>
          <a:xfrm>
            <a:off x="2916922" y="2267950"/>
            <a:ext cx="201930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name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C9320F6-4129-0989-2FAA-579D6E2D8963}"/>
              </a:ext>
            </a:extLst>
          </p:cNvPr>
          <p:cNvCxnSpPr>
            <a:stCxn id="4" idx="2"/>
            <a:endCxn id="10" idx="1"/>
          </p:cNvCxnSpPr>
          <p:nvPr/>
        </p:nvCxnSpPr>
        <p:spPr>
          <a:xfrm rot="16200000" flipH="1">
            <a:off x="2012717" y="1573294"/>
            <a:ext cx="1155497" cy="6529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B658E9B-7DA4-C7BA-7C5F-9EAECEE10773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1330193" y="2255818"/>
            <a:ext cx="2520544" cy="6529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045DCCD-A4D9-6C11-5E57-FAD647144D56}"/>
              </a:ext>
            </a:extLst>
          </p:cNvPr>
          <p:cNvCxnSpPr>
            <a:stCxn id="4" idx="2"/>
            <a:endCxn id="6" idx="1"/>
          </p:cNvCxnSpPr>
          <p:nvPr/>
        </p:nvCxnSpPr>
        <p:spPr>
          <a:xfrm rot="16200000" flipH="1">
            <a:off x="854443" y="2731568"/>
            <a:ext cx="3472044" cy="6529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7C2F8F7-BC78-1110-C1B6-72DCF17F628D}"/>
              </a:ext>
            </a:extLst>
          </p:cNvPr>
          <p:cNvCxnSpPr>
            <a:stCxn id="4" idx="2"/>
            <a:endCxn id="7" idx="1"/>
          </p:cNvCxnSpPr>
          <p:nvPr/>
        </p:nvCxnSpPr>
        <p:spPr>
          <a:xfrm rot="16200000" flipH="1">
            <a:off x="378693" y="3207318"/>
            <a:ext cx="4423544" cy="6529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1EDF081-117F-CC23-72A8-2098CE899C45}"/>
              </a:ext>
            </a:extLst>
          </p:cNvPr>
          <p:cNvCxnSpPr>
            <a:stCxn id="10" idx="2"/>
            <a:endCxn id="9" idx="1"/>
          </p:cNvCxnSpPr>
          <p:nvPr/>
        </p:nvCxnSpPr>
        <p:spPr>
          <a:xfrm rot="16200000" flipH="1">
            <a:off x="4573971" y="2039651"/>
            <a:ext cx="454846" cy="17496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577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116</Words>
  <Application>Microsoft Office PowerPoint</Application>
  <PresentationFormat>Widescreen</PresentationFormat>
  <Paragraphs>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Mitchell Lee</dc:creator>
  <cp:lastModifiedBy>Mitchell Lee</cp:lastModifiedBy>
  <cp:revision>2</cp:revision>
  <dcterms:created xsi:type="dcterms:W3CDTF">2025-11-25T06:57:08Z</dcterms:created>
  <dcterms:modified xsi:type="dcterms:W3CDTF">2025-11-26T16:05:59Z</dcterms:modified>
</cp:coreProperties>
</file>